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1" r:id="rId5"/>
    <p:sldMasterId id="2147483674" r:id="rId6"/>
  </p:sldMasterIdLst>
  <p:sldIdLst>
    <p:sldId id="256" r:id="rId7"/>
    <p:sldId id="271" r:id="rId8"/>
    <p:sldId id="287" r:id="rId9"/>
    <p:sldId id="288" r:id="rId10"/>
    <p:sldId id="273" r:id="rId11"/>
    <p:sldId id="277" r:id="rId12"/>
    <p:sldId id="278" r:id="rId13"/>
    <p:sldId id="279" r:id="rId14"/>
    <p:sldId id="281" r:id="rId15"/>
    <p:sldId id="282" r:id="rId16"/>
    <p:sldId id="283" r:id="rId17"/>
    <p:sldId id="284" r:id="rId18"/>
    <p:sldId id="285" r:id="rId19"/>
    <p:sldId id="289" r:id="rId20"/>
    <p:sldId id="286" r:id="rId21"/>
  </p:sldIdLst>
  <p:sldSz cx="12193588"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2C1A33-74FA-CD92-455E-C864AB8742FD}" v="5461" dt="2024-03-19T12:47:41.148"/>
    <p1510:client id="{8A2737DE-D755-F73B-7D29-6F0931B973B4}" v="2423" dt="2024-03-18T09:19:55.550"/>
    <p1510:client id="{C1B807FF-A6AF-737C-B623-1A2AEAB959A3}" v="745" dt="2024-03-20T06:00:17.553"/>
    <p1510:client id="{EA099F1A-DF35-68B9-7A52-169685B7BC68}" v="684" dt="2024-03-20T04:53:25.0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2.xml" Id="rId8" /><Relationship Type="http://schemas.openxmlformats.org/officeDocument/2006/relationships/slide" Target="slides/slide7.xml" Id="rId13" /><Relationship Type="http://schemas.openxmlformats.org/officeDocument/2006/relationships/slide" Target="slides/slide12.xml" Id="rId18" /><Relationship Type="http://schemas.openxmlformats.org/officeDocument/2006/relationships/customXml" Target="../customXml/item3.xml" Id="rId3" /><Relationship Type="http://schemas.openxmlformats.org/officeDocument/2006/relationships/slide" Target="slides/slide15.xml" Id="rId21" /><Relationship Type="http://schemas.openxmlformats.org/officeDocument/2006/relationships/slide" Target="slides/slide1.xml" Id="rId7" /><Relationship Type="http://schemas.openxmlformats.org/officeDocument/2006/relationships/slide" Target="slides/slide6.xml" Id="rId12" /><Relationship Type="http://schemas.openxmlformats.org/officeDocument/2006/relationships/slide" Target="slides/slide11.xml" Id="rId17" /><Relationship Type="http://schemas.openxmlformats.org/officeDocument/2006/relationships/tableStyles" Target="tableStyles.xml" Id="rId25" /><Relationship Type="http://schemas.openxmlformats.org/officeDocument/2006/relationships/customXml" Target="../customXml/item2.xml" Id="rId2" /><Relationship Type="http://schemas.openxmlformats.org/officeDocument/2006/relationships/slide" Target="slides/slide10.xml" Id="rId16" /><Relationship Type="http://schemas.openxmlformats.org/officeDocument/2006/relationships/slide" Target="slides/slide14.xml" Id="rId20" /><Relationship Type="http://schemas.openxmlformats.org/officeDocument/2006/relationships/customXml" Target="../customXml/item1.xml" Id="rId1" /><Relationship Type="http://schemas.openxmlformats.org/officeDocument/2006/relationships/slideMaster" Target="slideMasters/slideMaster3.xml" Id="rId6" /><Relationship Type="http://schemas.openxmlformats.org/officeDocument/2006/relationships/slide" Target="slides/slide5.xml" Id="rId11" /><Relationship Type="http://schemas.openxmlformats.org/officeDocument/2006/relationships/theme" Target="theme/theme1.xml" Id="rId24" /><Relationship Type="http://schemas.openxmlformats.org/officeDocument/2006/relationships/slideMaster" Target="slideMasters/slideMaster2.xml" Id="rId5" /><Relationship Type="http://schemas.openxmlformats.org/officeDocument/2006/relationships/slide" Target="slides/slide9.xml" Id="rId15" /><Relationship Type="http://schemas.openxmlformats.org/officeDocument/2006/relationships/viewProps" Target="viewProps.xml" Id="rId23" /><Relationship Type="http://schemas.openxmlformats.org/officeDocument/2006/relationships/slide" Target="slides/slide4.xml" Id="rId10" /><Relationship Type="http://schemas.openxmlformats.org/officeDocument/2006/relationships/slide" Target="slides/slide13.xml" Id="rId19" /><Relationship Type="http://schemas.openxmlformats.org/officeDocument/2006/relationships/slideMaster" Target="slideMasters/slideMaster1.xml" Id="rId4" /><Relationship Type="http://schemas.openxmlformats.org/officeDocument/2006/relationships/slide" Target="slides/slide3.xml" Id="rId9" /><Relationship Type="http://schemas.openxmlformats.org/officeDocument/2006/relationships/slide" Target="slides/slide8.xml" Id="rId14" /><Relationship Type="http://schemas.openxmlformats.org/officeDocument/2006/relationships/presProps" Target="presProps.xml" Id="rId22" /><Relationship Type="http://schemas.microsoft.com/office/2015/10/relationships/revisionInfo" Target="revisionInfo.xml" Id="rId27"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5" name="PlaceHolder 2"/>
          <p:cNvSpPr>
            <a:spLocks noGrp="1"/>
          </p:cNvSpPr>
          <p:nvPr>
            <p:ph type="subTitle"/>
          </p:nvPr>
        </p:nvSpPr>
        <p:spPr>
          <a:xfrm>
            <a:off x="609480" y="1604520"/>
            <a:ext cx="1097352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7" name="PlaceHolder 2"/>
          <p:cNvSpPr>
            <a:spLocks noGrp="1"/>
          </p:cNvSpPr>
          <p:nvPr>
            <p:ph/>
          </p:nvPr>
        </p:nvSpPr>
        <p:spPr>
          <a:xfrm>
            <a:off x="609480" y="1604520"/>
            <a:ext cx="1097352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9" name="PlaceHolder 2"/>
          <p:cNvSpPr>
            <a:spLocks noGrp="1"/>
          </p:cNvSpPr>
          <p:nvPr>
            <p:ph/>
          </p:nvPr>
        </p:nvSpPr>
        <p:spPr>
          <a:xfrm>
            <a:off x="6094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 name="PlaceHolder 3"/>
          <p:cNvSpPr>
            <a:spLocks noGrp="1"/>
          </p:cNvSpPr>
          <p:nvPr>
            <p:ph/>
          </p:nvPr>
        </p:nvSpPr>
        <p:spPr>
          <a:xfrm>
            <a:off x="62326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352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4" name="PlaceHolder 2"/>
          <p:cNvSpPr>
            <a:spLocks noGrp="1"/>
          </p:cNvSpPr>
          <p:nvPr>
            <p:ph/>
          </p:nvPr>
        </p:nvSpPr>
        <p:spPr>
          <a:xfrm>
            <a:off x="6094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5" name="PlaceHolder 3"/>
          <p:cNvSpPr>
            <a:spLocks noGrp="1"/>
          </p:cNvSpPr>
          <p:nvPr>
            <p:ph/>
          </p:nvPr>
        </p:nvSpPr>
        <p:spPr>
          <a:xfrm>
            <a:off x="62326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6" name="PlaceHolder 4"/>
          <p:cNvSpPr>
            <a:spLocks noGrp="1"/>
          </p:cNvSpPr>
          <p:nvPr>
            <p:ph/>
          </p:nvPr>
        </p:nvSpPr>
        <p:spPr>
          <a:xfrm>
            <a:off x="6094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8" name="PlaceHolder 2"/>
          <p:cNvSpPr>
            <a:spLocks noGrp="1"/>
          </p:cNvSpPr>
          <p:nvPr>
            <p:ph/>
          </p:nvPr>
        </p:nvSpPr>
        <p:spPr>
          <a:xfrm>
            <a:off x="6094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9" name="PlaceHolder 3"/>
          <p:cNvSpPr>
            <a:spLocks noGrp="1"/>
          </p:cNvSpPr>
          <p:nvPr>
            <p:ph/>
          </p:nvPr>
        </p:nvSpPr>
        <p:spPr>
          <a:xfrm>
            <a:off x="62326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0" name="PlaceHolder 4"/>
          <p:cNvSpPr>
            <a:spLocks noGrp="1"/>
          </p:cNvSpPr>
          <p:nvPr>
            <p:ph/>
          </p:nvPr>
        </p:nvSpPr>
        <p:spPr>
          <a:xfrm>
            <a:off x="62326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22" name="PlaceHolder 2"/>
          <p:cNvSpPr>
            <a:spLocks noGrp="1"/>
          </p:cNvSpPr>
          <p:nvPr>
            <p:ph/>
          </p:nvPr>
        </p:nvSpPr>
        <p:spPr>
          <a:xfrm>
            <a:off x="6094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3" name="PlaceHolder 3"/>
          <p:cNvSpPr>
            <a:spLocks noGrp="1"/>
          </p:cNvSpPr>
          <p:nvPr>
            <p:ph/>
          </p:nvPr>
        </p:nvSpPr>
        <p:spPr>
          <a:xfrm>
            <a:off x="62326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4" name="PlaceHolder 4"/>
          <p:cNvSpPr>
            <a:spLocks noGrp="1"/>
          </p:cNvSpPr>
          <p:nvPr>
            <p:ph/>
          </p:nvPr>
        </p:nvSpPr>
        <p:spPr>
          <a:xfrm>
            <a:off x="609480" y="3682080"/>
            <a:ext cx="1097352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26" name="PlaceHolder 2"/>
          <p:cNvSpPr>
            <a:spLocks noGrp="1"/>
          </p:cNvSpPr>
          <p:nvPr>
            <p:ph/>
          </p:nvPr>
        </p:nvSpPr>
        <p:spPr>
          <a:xfrm>
            <a:off x="609480" y="1604520"/>
            <a:ext cx="1097352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7" name="PlaceHolder 3"/>
          <p:cNvSpPr>
            <a:spLocks noGrp="1"/>
          </p:cNvSpPr>
          <p:nvPr>
            <p:ph/>
          </p:nvPr>
        </p:nvSpPr>
        <p:spPr>
          <a:xfrm>
            <a:off x="609480" y="3682080"/>
            <a:ext cx="1097352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29" name="PlaceHolder 2"/>
          <p:cNvSpPr>
            <a:spLocks noGrp="1"/>
          </p:cNvSpPr>
          <p:nvPr>
            <p:ph/>
          </p:nvPr>
        </p:nvSpPr>
        <p:spPr>
          <a:xfrm>
            <a:off x="6094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0" name="PlaceHolder 3"/>
          <p:cNvSpPr>
            <a:spLocks noGrp="1"/>
          </p:cNvSpPr>
          <p:nvPr>
            <p:ph/>
          </p:nvPr>
        </p:nvSpPr>
        <p:spPr>
          <a:xfrm>
            <a:off x="62326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1" name="PlaceHolder 4"/>
          <p:cNvSpPr>
            <a:spLocks noGrp="1"/>
          </p:cNvSpPr>
          <p:nvPr>
            <p:ph/>
          </p:nvPr>
        </p:nvSpPr>
        <p:spPr>
          <a:xfrm>
            <a:off x="6094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2" name="PlaceHolder 5"/>
          <p:cNvSpPr>
            <a:spLocks noGrp="1"/>
          </p:cNvSpPr>
          <p:nvPr>
            <p:ph/>
          </p:nvPr>
        </p:nvSpPr>
        <p:spPr>
          <a:xfrm>
            <a:off x="62326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34" name="PlaceHolder 2"/>
          <p:cNvSpPr>
            <a:spLocks noGrp="1"/>
          </p:cNvSpPr>
          <p:nvPr>
            <p:ph/>
          </p:nvPr>
        </p:nvSpPr>
        <p:spPr>
          <a:xfrm>
            <a:off x="609480" y="160452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5" name="PlaceHolder 3"/>
          <p:cNvSpPr>
            <a:spLocks noGrp="1"/>
          </p:cNvSpPr>
          <p:nvPr>
            <p:ph/>
          </p:nvPr>
        </p:nvSpPr>
        <p:spPr>
          <a:xfrm>
            <a:off x="4320000" y="160452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6" name="PlaceHolder 4"/>
          <p:cNvSpPr>
            <a:spLocks noGrp="1"/>
          </p:cNvSpPr>
          <p:nvPr>
            <p:ph/>
          </p:nvPr>
        </p:nvSpPr>
        <p:spPr>
          <a:xfrm>
            <a:off x="8030520" y="160452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7" name="PlaceHolder 5"/>
          <p:cNvSpPr>
            <a:spLocks noGrp="1"/>
          </p:cNvSpPr>
          <p:nvPr>
            <p:ph/>
          </p:nvPr>
        </p:nvSpPr>
        <p:spPr>
          <a:xfrm>
            <a:off x="609480" y="368208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8" name="PlaceHolder 6"/>
          <p:cNvSpPr>
            <a:spLocks noGrp="1"/>
          </p:cNvSpPr>
          <p:nvPr>
            <p:ph/>
          </p:nvPr>
        </p:nvSpPr>
        <p:spPr>
          <a:xfrm>
            <a:off x="4320000" y="368208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9" name="PlaceHolder 7"/>
          <p:cNvSpPr>
            <a:spLocks noGrp="1"/>
          </p:cNvSpPr>
          <p:nvPr>
            <p:ph/>
          </p:nvPr>
        </p:nvSpPr>
        <p:spPr>
          <a:xfrm>
            <a:off x="8030520" y="368208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46" name="PlaceHolder 2"/>
          <p:cNvSpPr>
            <a:spLocks noGrp="1"/>
          </p:cNvSpPr>
          <p:nvPr>
            <p:ph type="subTitle"/>
          </p:nvPr>
        </p:nvSpPr>
        <p:spPr>
          <a:xfrm>
            <a:off x="609480" y="1604520"/>
            <a:ext cx="1097352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48" name="PlaceHolder 2"/>
          <p:cNvSpPr>
            <a:spLocks noGrp="1"/>
          </p:cNvSpPr>
          <p:nvPr>
            <p:ph/>
          </p:nvPr>
        </p:nvSpPr>
        <p:spPr>
          <a:xfrm>
            <a:off x="609480" y="1604520"/>
            <a:ext cx="1097352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50" name="PlaceHolder 2"/>
          <p:cNvSpPr>
            <a:spLocks noGrp="1"/>
          </p:cNvSpPr>
          <p:nvPr>
            <p:ph/>
          </p:nvPr>
        </p:nvSpPr>
        <p:spPr>
          <a:xfrm>
            <a:off x="6094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1" name="PlaceHolder 3"/>
          <p:cNvSpPr>
            <a:spLocks noGrp="1"/>
          </p:cNvSpPr>
          <p:nvPr>
            <p:ph/>
          </p:nvPr>
        </p:nvSpPr>
        <p:spPr>
          <a:xfrm>
            <a:off x="62326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609480" y="273600"/>
            <a:ext cx="1097352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55" name="PlaceHolder 2"/>
          <p:cNvSpPr>
            <a:spLocks noGrp="1"/>
          </p:cNvSpPr>
          <p:nvPr>
            <p:ph/>
          </p:nvPr>
        </p:nvSpPr>
        <p:spPr>
          <a:xfrm>
            <a:off x="6094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6" name="PlaceHolder 3"/>
          <p:cNvSpPr>
            <a:spLocks noGrp="1"/>
          </p:cNvSpPr>
          <p:nvPr>
            <p:ph/>
          </p:nvPr>
        </p:nvSpPr>
        <p:spPr>
          <a:xfrm>
            <a:off x="62326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7" name="PlaceHolder 4"/>
          <p:cNvSpPr>
            <a:spLocks noGrp="1"/>
          </p:cNvSpPr>
          <p:nvPr>
            <p:ph/>
          </p:nvPr>
        </p:nvSpPr>
        <p:spPr>
          <a:xfrm>
            <a:off x="6094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59" name="PlaceHolder 2"/>
          <p:cNvSpPr>
            <a:spLocks noGrp="1"/>
          </p:cNvSpPr>
          <p:nvPr>
            <p:ph/>
          </p:nvPr>
        </p:nvSpPr>
        <p:spPr>
          <a:xfrm>
            <a:off x="6094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0" name="PlaceHolder 3"/>
          <p:cNvSpPr>
            <a:spLocks noGrp="1"/>
          </p:cNvSpPr>
          <p:nvPr>
            <p:ph/>
          </p:nvPr>
        </p:nvSpPr>
        <p:spPr>
          <a:xfrm>
            <a:off x="62326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1" name="PlaceHolder 4"/>
          <p:cNvSpPr>
            <a:spLocks noGrp="1"/>
          </p:cNvSpPr>
          <p:nvPr>
            <p:ph/>
          </p:nvPr>
        </p:nvSpPr>
        <p:spPr>
          <a:xfrm>
            <a:off x="62326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63" name="PlaceHolder 2"/>
          <p:cNvSpPr>
            <a:spLocks noGrp="1"/>
          </p:cNvSpPr>
          <p:nvPr>
            <p:ph/>
          </p:nvPr>
        </p:nvSpPr>
        <p:spPr>
          <a:xfrm>
            <a:off x="6094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4" name="PlaceHolder 3"/>
          <p:cNvSpPr>
            <a:spLocks noGrp="1"/>
          </p:cNvSpPr>
          <p:nvPr>
            <p:ph/>
          </p:nvPr>
        </p:nvSpPr>
        <p:spPr>
          <a:xfrm>
            <a:off x="62326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5" name="PlaceHolder 4"/>
          <p:cNvSpPr>
            <a:spLocks noGrp="1"/>
          </p:cNvSpPr>
          <p:nvPr>
            <p:ph/>
          </p:nvPr>
        </p:nvSpPr>
        <p:spPr>
          <a:xfrm>
            <a:off x="609480" y="3682080"/>
            <a:ext cx="1097352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67" name="PlaceHolder 2"/>
          <p:cNvSpPr>
            <a:spLocks noGrp="1"/>
          </p:cNvSpPr>
          <p:nvPr>
            <p:ph/>
          </p:nvPr>
        </p:nvSpPr>
        <p:spPr>
          <a:xfrm>
            <a:off x="609480" y="1604520"/>
            <a:ext cx="1097352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8" name="PlaceHolder 3"/>
          <p:cNvSpPr>
            <a:spLocks noGrp="1"/>
          </p:cNvSpPr>
          <p:nvPr>
            <p:ph/>
          </p:nvPr>
        </p:nvSpPr>
        <p:spPr>
          <a:xfrm>
            <a:off x="609480" y="3682080"/>
            <a:ext cx="1097352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70" name="PlaceHolder 2"/>
          <p:cNvSpPr>
            <a:spLocks noGrp="1"/>
          </p:cNvSpPr>
          <p:nvPr>
            <p:ph/>
          </p:nvPr>
        </p:nvSpPr>
        <p:spPr>
          <a:xfrm>
            <a:off x="6094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1" name="PlaceHolder 3"/>
          <p:cNvSpPr>
            <a:spLocks noGrp="1"/>
          </p:cNvSpPr>
          <p:nvPr>
            <p:ph/>
          </p:nvPr>
        </p:nvSpPr>
        <p:spPr>
          <a:xfrm>
            <a:off x="62326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2" name="PlaceHolder 4"/>
          <p:cNvSpPr>
            <a:spLocks noGrp="1"/>
          </p:cNvSpPr>
          <p:nvPr>
            <p:ph/>
          </p:nvPr>
        </p:nvSpPr>
        <p:spPr>
          <a:xfrm>
            <a:off x="6094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3" name="PlaceHolder 5"/>
          <p:cNvSpPr>
            <a:spLocks noGrp="1"/>
          </p:cNvSpPr>
          <p:nvPr>
            <p:ph/>
          </p:nvPr>
        </p:nvSpPr>
        <p:spPr>
          <a:xfrm>
            <a:off x="62326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75" name="PlaceHolder 2"/>
          <p:cNvSpPr>
            <a:spLocks noGrp="1"/>
          </p:cNvSpPr>
          <p:nvPr>
            <p:ph/>
          </p:nvPr>
        </p:nvSpPr>
        <p:spPr>
          <a:xfrm>
            <a:off x="609480" y="160452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6" name="PlaceHolder 3"/>
          <p:cNvSpPr>
            <a:spLocks noGrp="1"/>
          </p:cNvSpPr>
          <p:nvPr>
            <p:ph/>
          </p:nvPr>
        </p:nvSpPr>
        <p:spPr>
          <a:xfrm>
            <a:off x="4320000" y="160452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7" name="PlaceHolder 4"/>
          <p:cNvSpPr>
            <a:spLocks noGrp="1"/>
          </p:cNvSpPr>
          <p:nvPr>
            <p:ph/>
          </p:nvPr>
        </p:nvSpPr>
        <p:spPr>
          <a:xfrm>
            <a:off x="8030520" y="160452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8" name="PlaceHolder 5"/>
          <p:cNvSpPr>
            <a:spLocks noGrp="1"/>
          </p:cNvSpPr>
          <p:nvPr>
            <p:ph/>
          </p:nvPr>
        </p:nvSpPr>
        <p:spPr>
          <a:xfrm>
            <a:off x="609480" y="368208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9" name="PlaceHolder 6"/>
          <p:cNvSpPr>
            <a:spLocks noGrp="1"/>
          </p:cNvSpPr>
          <p:nvPr>
            <p:ph/>
          </p:nvPr>
        </p:nvSpPr>
        <p:spPr>
          <a:xfrm>
            <a:off x="4320000" y="368208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80" name="PlaceHolder 7"/>
          <p:cNvSpPr>
            <a:spLocks noGrp="1"/>
          </p:cNvSpPr>
          <p:nvPr>
            <p:ph/>
          </p:nvPr>
        </p:nvSpPr>
        <p:spPr>
          <a:xfrm>
            <a:off x="8030520" y="368208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86" name="PlaceHolder 2"/>
          <p:cNvSpPr>
            <a:spLocks noGrp="1"/>
          </p:cNvSpPr>
          <p:nvPr>
            <p:ph type="subTitle"/>
          </p:nvPr>
        </p:nvSpPr>
        <p:spPr>
          <a:xfrm>
            <a:off x="609480" y="1604520"/>
            <a:ext cx="1097352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88" name="PlaceHolder 2"/>
          <p:cNvSpPr>
            <a:spLocks noGrp="1"/>
          </p:cNvSpPr>
          <p:nvPr>
            <p:ph/>
          </p:nvPr>
        </p:nvSpPr>
        <p:spPr>
          <a:xfrm>
            <a:off x="609480" y="1604520"/>
            <a:ext cx="1097352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90" name="PlaceHolder 2"/>
          <p:cNvSpPr>
            <a:spLocks noGrp="1"/>
          </p:cNvSpPr>
          <p:nvPr>
            <p:ph/>
          </p:nvPr>
        </p:nvSpPr>
        <p:spPr>
          <a:xfrm>
            <a:off x="6094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91" name="PlaceHolder 3"/>
          <p:cNvSpPr>
            <a:spLocks noGrp="1"/>
          </p:cNvSpPr>
          <p:nvPr>
            <p:ph/>
          </p:nvPr>
        </p:nvSpPr>
        <p:spPr>
          <a:xfrm>
            <a:off x="62326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3" name="PlaceHolder 1"/>
          <p:cNvSpPr>
            <a:spLocks noGrp="1"/>
          </p:cNvSpPr>
          <p:nvPr>
            <p:ph type="subTitle"/>
          </p:nvPr>
        </p:nvSpPr>
        <p:spPr>
          <a:xfrm>
            <a:off x="609480" y="273600"/>
            <a:ext cx="1097352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95" name="PlaceHolder 2"/>
          <p:cNvSpPr>
            <a:spLocks noGrp="1"/>
          </p:cNvSpPr>
          <p:nvPr>
            <p:ph/>
          </p:nvPr>
        </p:nvSpPr>
        <p:spPr>
          <a:xfrm>
            <a:off x="6094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96" name="PlaceHolder 3"/>
          <p:cNvSpPr>
            <a:spLocks noGrp="1"/>
          </p:cNvSpPr>
          <p:nvPr>
            <p:ph/>
          </p:nvPr>
        </p:nvSpPr>
        <p:spPr>
          <a:xfrm>
            <a:off x="62326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97" name="PlaceHolder 4"/>
          <p:cNvSpPr>
            <a:spLocks noGrp="1"/>
          </p:cNvSpPr>
          <p:nvPr>
            <p:ph/>
          </p:nvPr>
        </p:nvSpPr>
        <p:spPr>
          <a:xfrm>
            <a:off x="6094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99" name="PlaceHolder 2"/>
          <p:cNvSpPr>
            <a:spLocks noGrp="1"/>
          </p:cNvSpPr>
          <p:nvPr>
            <p:ph/>
          </p:nvPr>
        </p:nvSpPr>
        <p:spPr>
          <a:xfrm>
            <a:off x="609480" y="1604520"/>
            <a:ext cx="535500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0" name="PlaceHolder 3"/>
          <p:cNvSpPr>
            <a:spLocks noGrp="1"/>
          </p:cNvSpPr>
          <p:nvPr>
            <p:ph/>
          </p:nvPr>
        </p:nvSpPr>
        <p:spPr>
          <a:xfrm>
            <a:off x="62326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1" name="PlaceHolder 4"/>
          <p:cNvSpPr>
            <a:spLocks noGrp="1"/>
          </p:cNvSpPr>
          <p:nvPr>
            <p:ph/>
          </p:nvPr>
        </p:nvSpPr>
        <p:spPr>
          <a:xfrm>
            <a:off x="62326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03" name="PlaceHolder 2"/>
          <p:cNvSpPr>
            <a:spLocks noGrp="1"/>
          </p:cNvSpPr>
          <p:nvPr>
            <p:ph/>
          </p:nvPr>
        </p:nvSpPr>
        <p:spPr>
          <a:xfrm>
            <a:off x="6094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4" name="PlaceHolder 3"/>
          <p:cNvSpPr>
            <a:spLocks noGrp="1"/>
          </p:cNvSpPr>
          <p:nvPr>
            <p:ph/>
          </p:nvPr>
        </p:nvSpPr>
        <p:spPr>
          <a:xfrm>
            <a:off x="62326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5" name="PlaceHolder 4"/>
          <p:cNvSpPr>
            <a:spLocks noGrp="1"/>
          </p:cNvSpPr>
          <p:nvPr>
            <p:ph/>
          </p:nvPr>
        </p:nvSpPr>
        <p:spPr>
          <a:xfrm>
            <a:off x="609480" y="3682080"/>
            <a:ext cx="1097352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07" name="PlaceHolder 2"/>
          <p:cNvSpPr>
            <a:spLocks noGrp="1"/>
          </p:cNvSpPr>
          <p:nvPr>
            <p:ph/>
          </p:nvPr>
        </p:nvSpPr>
        <p:spPr>
          <a:xfrm>
            <a:off x="609480" y="1604520"/>
            <a:ext cx="1097352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8" name="PlaceHolder 3"/>
          <p:cNvSpPr>
            <a:spLocks noGrp="1"/>
          </p:cNvSpPr>
          <p:nvPr>
            <p:ph/>
          </p:nvPr>
        </p:nvSpPr>
        <p:spPr>
          <a:xfrm>
            <a:off x="609480" y="3682080"/>
            <a:ext cx="1097352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10" name="PlaceHolder 2"/>
          <p:cNvSpPr>
            <a:spLocks noGrp="1"/>
          </p:cNvSpPr>
          <p:nvPr>
            <p:ph/>
          </p:nvPr>
        </p:nvSpPr>
        <p:spPr>
          <a:xfrm>
            <a:off x="6094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1" name="PlaceHolder 3"/>
          <p:cNvSpPr>
            <a:spLocks noGrp="1"/>
          </p:cNvSpPr>
          <p:nvPr>
            <p:ph/>
          </p:nvPr>
        </p:nvSpPr>
        <p:spPr>
          <a:xfrm>
            <a:off x="6232680" y="160452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2" name="PlaceHolder 4"/>
          <p:cNvSpPr>
            <a:spLocks noGrp="1"/>
          </p:cNvSpPr>
          <p:nvPr>
            <p:ph/>
          </p:nvPr>
        </p:nvSpPr>
        <p:spPr>
          <a:xfrm>
            <a:off x="6094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3" name="PlaceHolder 5"/>
          <p:cNvSpPr>
            <a:spLocks noGrp="1"/>
          </p:cNvSpPr>
          <p:nvPr>
            <p:ph/>
          </p:nvPr>
        </p:nvSpPr>
        <p:spPr>
          <a:xfrm>
            <a:off x="6232680" y="3682080"/>
            <a:ext cx="53550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15" name="PlaceHolder 2"/>
          <p:cNvSpPr>
            <a:spLocks noGrp="1"/>
          </p:cNvSpPr>
          <p:nvPr>
            <p:ph/>
          </p:nvPr>
        </p:nvSpPr>
        <p:spPr>
          <a:xfrm>
            <a:off x="609480" y="160452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6" name="PlaceHolder 3"/>
          <p:cNvSpPr>
            <a:spLocks noGrp="1"/>
          </p:cNvSpPr>
          <p:nvPr>
            <p:ph/>
          </p:nvPr>
        </p:nvSpPr>
        <p:spPr>
          <a:xfrm>
            <a:off x="4320000" y="160452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7" name="PlaceHolder 4"/>
          <p:cNvSpPr>
            <a:spLocks noGrp="1"/>
          </p:cNvSpPr>
          <p:nvPr>
            <p:ph/>
          </p:nvPr>
        </p:nvSpPr>
        <p:spPr>
          <a:xfrm>
            <a:off x="8030520" y="160452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8" name="PlaceHolder 5"/>
          <p:cNvSpPr>
            <a:spLocks noGrp="1"/>
          </p:cNvSpPr>
          <p:nvPr>
            <p:ph/>
          </p:nvPr>
        </p:nvSpPr>
        <p:spPr>
          <a:xfrm>
            <a:off x="609480" y="368208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9" name="PlaceHolder 6"/>
          <p:cNvSpPr>
            <a:spLocks noGrp="1"/>
          </p:cNvSpPr>
          <p:nvPr>
            <p:ph/>
          </p:nvPr>
        </p:nvSpPr>
        <p:spPr>
          <a:xfrm>
            <a:off x="4320000" y="368208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0" name="PlaceHolder 7"/>
          <p:cNvSpPr>
            <a:spLocks noGrp="1"/>
          </p:cNvSpPr>
          <p:nvPr>
            <p:ph/>
          </p:nvPr>
        </p:nvSpPr>
        <p:spPr>
          <a:xfrm>
            <a:off x="8030520" y="3682080"/>
            <a:ext cx="353340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0" hidden="1"/>
          <p:cNvSpPr/>
          <p:nvPr/>
        </p:nvSpPr>
        <p:spPr>
          <a:xfrm>
            <a:off x="446400" y="457200"/>
            <a:ext cx="11299320" cy="90720"/>
          </a:xfrm>
          <a:prstGeom prst="rect">
            <a:avLst/>
          </a:prstGeom>
          <a:solidFill>
            <a:srgbClr val="E47918"/>
          </a:solidFill>
          <a:ln cap="rnd">
            <a:solidFill>
              <a:srgbClr val="E47918"/>
            </a:solidFill>
            <a:round/>
          </a:ln>
          <a:effectLst>
            <a:outerShdw blurRad="38160" dist="25560" dir="54000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5" name="Rectangle 6"/>
          <p:cNvSpPr/>
          <p:nvPr/>
        </p:nvSpPr>
        <p:spPr>
          <a:xfrm>
            <a:off x="446400" y="3085920"/>
            <a:ext cx="11299320" cy="3337560"/>
          </a:xfrm>
          <a:prstGeom prst="rect">
            <a:avLst/>
          </a:prstGeom>
          <a:noFill/>
          <a:ln>
            <a:noFill/>
          </a:ln>
          <a:effectLst>
            <a:outerShdw blurRad="38160" dist="25560" dir="54000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2" name="PlaceHolder 1"/>
          <p:cNvSpPr>
            <a:spLocks noGrp="1"/>
          </p:cNvSpPr>
          <p:nvPr>
            <p:ph type="title"/>
          </p:nvPr>
        </p:nvSpPr>
        <p:spPr>
          <a:xfrm>
            <a:off x="581040" y="2394000"/>
            <a:ext cx="11030040" cy="2146680"/>
          </a:xfrm>
          <a:prstGeom prst="rect">
            <a:avLst/>
          </a:prstGeom>
          <a:noFill/>
          <a:ln w="0">
            <a:noFill/>
          </a:ln>
        </p:spPr>
        <p:txBody>
          <a:bodyPr lIns="0" tIns="0" rIns="0" bIns="0" anchor="ctr">
            <a:noAutofit/>
          </a:bodyPr>
          <a:lstStyle/>
          <a:p>
            <a:r>
              <a:rPr lang="en-IN" sz="1800" b="0" strike="noStrike" spc="-1">
                <a:latin typeface="Arial"/>
              </a:rPr>
              <a:t>Click to edit the title text format</a:t>
            </a:r>
          </a:p>
        </p:txBody>
      </p:sp>
      <p:sp>
        <p:nvSpPr>
          <p:cNvPr id="3" name="PlaceHolder 2"/>
          <p:cNvSpPr>
            <a:spLocks noGrp="1"/>
          </p:cNvSpPr>
          <p:nvPr>
            <p:ph type="body"/>
          </p:nvPr>
        </p:nvSpPr>
        <p:spPr>
          <a:xfrm>
            <a:off x="609480" y="1604520"/>
            <a:ext cx="1097352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Rectangle 10" hidden="1"/>
          <p:cNvSpPr/>
          <p:nvPr/>
        </p:nvSpPr>
        <p:spPr>
          <a:xfrm>
            <a:off x="446400" y="457200"/>
            <a:ext cx="11299320" cy="90720"/>
          </a:xfrm>
          <a:prstGeom prst="rect">
            <a:avLst/>
          </a:prstGeom>
          <a:solidFill>
            <a:srgbClr val="E47918"/>
          </a:solidFill>
          <a:ln cap="rnd">
            <a:solidFill>
              <a:srgbClr val="E47918"/>
            </a:solidFill>
            <a:round/>
          </a:ln>
          <a:effectLst>
            <a:outerShdw blurRad="38160" dist="25560" dir="54000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41" name="Rectangle 7"/>
          <p:cNvSpPr/>
          <p:nvPr/>
        </p:nvSpPr>
        <p:spPr>
          <a:xfrm>
            <a:off x="447840" y="5141880"/>
            <a:ext cx="11291400" cy="1258200"/>
          </a:xfrm>
          <a:prstGeom prst="rect">
            <a:avLst/>
          </a:prstGeom>
          <a:solidFill>
            <a:schemeClr val="bg1">
              <a:lumMod val="85000"/>
            </a:schemeClr>
          </a:solidFill>
          <a:ln>
            <a:noFill/>
          </a:ln>
          <a:effectLst>
            <a:outerShdw blurRad="38160" dist="25560" dir="54000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42" name="Rectangle 10"/>
          <p:cNvSpPr/>
          <p:nvPr/>
        </p:nvSpPr>
        <p:spPr>
          <a:xfrm>
            <a:off x="470520" y="447840"/>
            <a:ext cx="11230560" cy="89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43"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r>
              <a:rPr lang="en-IN" sz="4400" b="0" strike="noStrike" spc="-1">
                <a:latin typeface="Arial"/>
              </a:rPr>
              <a:t>Click to edit the title text format</a:t>
            </a:r>
          </a:p>
        </p:txBody>
      </p:sp>
      <p:sp>
        <p:nvSpPr>
          <p:cNvPr id="44" name="PlaceHolder 2"/>
          <p:cNvSpPr>
            <a:spLocks noGrp="1"/>
          </p:cNvSpPr>
          <p:nvPr>
            <p:ph type="body"/>
          </p:nvPr>
        </p:nvSpPr>
        <p:spPr>
          <a:xfrm>
            <a:off x="609480" y="1604520"/>
            <a:ext cx="1097352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Rectangle 10" hidden="1"/>
          <p:cNvSpPr/>
          <p:nvPr/>
        </p:nvSpPr>
        <p:spPr>
          <a:xfrm>
            <a:off x="446400" y="457200"/>
            <a:ext cx="11299320" cy="90720"/>
          </a:xfrm>
          <a:prstGeom prst="rect">
            <a:avLst/>
          </a:prstGeom>
          <a:solidFill>
            <a:srgbClr val="E47918"/>
          </a:solidFill>
          <a:ln cap="rnd">
            <a:solidFill>
              <a:srgbClr val="E47918"/>
            </a:solidFill>
            <a:round/>
          </a:ln>
          <a:effectLst>
            <a:outerShdw blurRad="38160" dist="25560" dir="54000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82" name="Rectangle 8"/>
          <p:cNvSpPr/>
          <p:nvPr/>
        </p:nvSpPr>
        <p:spPr>
          <a:xfrm>
            <a:off x="447840" y="601200"/>
            <a:ext cx="3682440" cy="5814720"/>
          </a:xfrm>
          <a:prstGeom prst="rect">
            <a:avLst/>
          </a:prstGeom>
          <a:noFill/>
          <a:ln>
            <a:noFill/>
          </a:ln>
          <a:effectLst>
            <a:outerShdw blurRad="38160" dist="25560" dir="54000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83" name="PlaceHolder 1"/>
          <p:cNvSpPr>
            <a:spLocks noGrp="1"/>
          </p:cNvSpPr>
          <p:nvPr>
            <p:ph type="title"/>
          </p:nvPr>
        </p:nvSpPr>
        <p:spPr>
          <a:xfrm>
            <a:off x="609480" y="273600"/>
            <a:ext cx="10973520" cy="1144800"/>
          </a:xfrm>
          <a:prstGeom prst="rect">
            <a:avLst/>
          </a:prstGeom>
          <a:noFill/>
          <a:ln w="0">
            <a:noFill/>
          </a:ln>
        </p:spPr>
        <p:txBody>
          <a:bodyPr lIns="0" tIns="0" rIns="0" bIns="0" anchor="ctr">
            <a:noAutofit/>
          </a:bodyPr>
          <a:lstStyle/>
          <a:p>
            <a:pPr algn="ctr">
              <a:buNone/>
            </a:pPr>
            <a:r>
              <a:rPr lang="en-IN" sz="4400" b="0" strike="noStrike" spc="-1">
                <a:latin typeface="Arial"/>
              </a:rPr>
              <a:t>Click to edit the title text format</a:t>
            </a:r>
          </a:p>
        </p:txBody>
      </p:sp>
      <p:sp>
        <p:nvSpPr>
          <p:cNvPr id="84" name="PlaceHolder 2"/>
          <p:cNvSpPr>
            <a:spLocks noGrp="1"/>
          </p:cNvSpPr>
          <p:nvPr>
            <p:ph type="body"/>
          </p:nvPr>
        </p:nvSpPr>
        <p:spPr>
          <a:xfrm>
            <a:off x="609480" y="1604520"/>
            <a:ext cx="10973520" cy="3977280"/>
          </a:xfrm>
          <a:prstGeom prst="rect">
            <a:avLst/>
          </a:prstGeom>
          <a:noFill/>
          <a:ln w="0">
            <a:noFill/>
          </a:ln>
        </p:spPr>
        <p:txBody>
          <a:bodyPr lIns="0" tIns="0" rIns="0" bIns="0" anchor="t">
            <a:normAutofit/>
          </a:bodyPr>
          <a:lstStyle/>
          <a:p>
            <a:pPr marL="216000" indent="-216000">
              <a:spcBef>
                <a:spcPts val="1417"/>
              </a:spcBef>
              <a:buClr>
                <a:srgbClr val="000000"/>
              </a:buClr>
              <a:buSzPct val="45000"/>
              <a:buFont typeface="Wingdings" charset="2"/>
              <a:buChar char=""/>
            </a:pPr>
            <a:r>
              <a:rPr lang="en-IN" sz="3200" b="0" strike="noStrike" spc="-1">
                <a:latin typeface="Arial"/>
              </a:rPr>
              <a:t>Click to edit the outline text format</a:t>
            </a:r>
          </a:p>
          <a:p>
            <a:pPr marL="432000" lvl="1" indent="-216000">
              <a:spcBef>
                <a:spcPts val="1134"/>
              </a:spcBef>
              <a:buClr>
                <a:srgbClr val="000000"/>
              </a:buClr>
              <a:buSzPct val="45000"/>
              <a:buFont typeface="Wingdings" charset="2"/>
              <a:buChar char=""/>
            </a:pPr>
            <a:r>
              <a:rPr lang="en-IN" sz="2800" b="0" strike="noStrike" spc="-1">
                <a:latin typeface="Arial"/>
              </a:rPr>
              <a:t>Second Outline Level</a:t>
            </a:r>
          </a:p>
          <a:p>
            <a:pPr marL="648000" lvl="2" indent="-216000">
              <a:spcBef>
                <a:spcPts val="850"/>
              </a:spcBef>
              <a:buClr>
                <a:srgbClr val="000000"/>
              </a:buClr>
              <a:buSzPct val="45000"/>
              <a:buFont typeface="Wingdings" charset="2"/>
              <a:buChar char=""/>
            </a:pPr>
            <a:r>
              <a:rPr lang="en-IN" sz="2400" b="0" strike="noStrike" spc="-1">
                <a:latin typeface="Arial"/>
              </a:rPr>
              <a:t>Third Outline Level</a:t>
            </a:r>
          </a:p>
          <a:p>
            <a:pPr marL="864000" lvl="3" indent="-216000">
              <a:spcBef>
                <a:spcPts val="567"/>
              </a:spcBef>
              <a:buClr>
                <a:srgbClr val="000000"/>
              </a:buClr>
              <a:buSzPct val="45000"/>
              <a:buFont typeface="Wingdings" charset="2"/>
              <a:buChar char=""/>
            </a:pPr>
            <a:r>
              <a:rPr lang="en-IN" sz="2000" b="0" strike="noStrike" spc="-1">
                <a:latin typeface="Arial"/>
              </a:rPr>
              <a:t>Fourth Outline Level</a:t>
            </a:r>
          </a:p>
          <a:p>
            <a:pPr marL="1080000" lvl="4" indent="-216000">
              <a:spcBef>
                <a:spcPts val="283"/>
              </a:spcBef>
              <a:buClr>
                <a:srgbClr val="000000"/>
              </a:buClr>
              <a:buSzPct val="45000"/>
              <a:buFont typeface="Wingdings" charset="2"/>
              <a:buChar char=""/>
            </a:pPr>
            <a:r>
              <a:rPr lang="en-IN" sz="2000" b="0" strike="noStrike" spc="-1">
                <a:latin typeface="Arial"/>
              </a:rPr>
              <a:t>Fifth Outline Level</a:t>
            </a:r>
          </a:p>
          <a:p>
            <a:pPr marL="1296000" lvl="5" indent="-216000">
              <a:spcBef>
                <a:spcPts val="283"/>
              </a:spcBef>
              <a:buClr>
                <a:srgbClr val="000000"/>
              </a:buClr>
              <a:buSzPct val="45000"/>
              <a:buFont typeface="Wingdings" charset="2"/>
              <a:buChar char=""/>
            </a:pPr>
            <a:r>
              <a:rPr lang="en-IN" sz="2000" b="0" strike="noStrike" spc="-1">
                <a:latin typeface="Arial"/>
              </a:rPr>
              <a:t>Sixth Outline Level</a:t>
            </a:r>
          </a:p>
          <a:p>
            <a:pPr marL="1512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vglamr.in/index1.php" TargetMode="External"/><Relationship Id="rId2" Type="http://schemas.openxmlformats.org/officeDocument/2006/relationships/hyperlink" Target="https://vglamr.in/index.php" TargetMode="External"/><Relationship Id="rId1" Type="http://schemas.openxmlformats.org/officeDocument/2006/relationships/slideLayout" Target="../slideLayouts/slideLayout25.xml"/><Relationship Id="rId5" Type="http://schemas.openxmlformats.org/officeDocument/2006/relationships/image" Target="../media/image2.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5.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5.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5.xml"/><Relationship Id="rId6" Type="http://schemas.openxmlformats.org/officeDocument/2006/relationships/image" Target="../media/image18.jpeg"/><Relationship Id="rId5" Type="http://schemas.openxmlformats.org/officeDocument/2006/relationships/image" Target="../media/image17.jpeg"/><Relationship Id="rId10" Type="http://schemas.openxmlformats.org/officeDocument/2006/relationships/image" Target="../media/image22.png"/><Relationship Id="rId4" Type="http://schemas.openxmlformats.org/officeDocument/2006/relationships/image" Target="../media/image16.jpe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2"/>
          <p:cNvSpPr/>
          <p:nvPr/>
        </p:nvSpPr>
        <p:spPr>
          <a:xfrm>
            <a:off x="594766" y="1385502"/>
            <a:ext cx="11293920" cy="181442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spAutoFit/>
          </a:bodyPr>
          <a:lstStyle/>
          <a:p>
            <a:pPr algn="ctr">
              <a:tabLst>
                <a:tab pos="0" algn="l"/>
              </a:tabLst>
            </a:pPr>
            <a:r>
              <a:rPr lang="en-US" sz="5600" spc="-1">
                <a:solidFill>
                  <a:srgbClr val="262626"/>
                </a:solidFill>
                <a:ea typeface="+mn-lt"/>
                <a:cs typeface="+mn-lt"/>
              </a:rPr>
              <a:t>Gas AMR NB-IoT-Based Device Field Test Report </a:t>
            </a:r>
            <a:endParaRPr lang="en-US">
              <a:ea typeface="+mn-lt"/>
              <a:cs typeface="+mn-lt"/>
            </a:endParaRPr>
          </a:p>
        </p:txBody>
      </p:sp>
      <p:sp>
        <p:nvSpPr>
          <p:cNvPr id="2" name="TextBox 1">
            <a:extLst>
              <a:ext uri="{FF2B5EF4-FFF2-40B4-BE49-F238E27FC236}">
                <a16:creationId xmlns:a16="http://schemas.microsoft.com/office/drawing/2014/main" id="{CA7BA99A-4A7E-88E3-D550-3B5719CBDB28}"/>
              </a:ext>
            </a:extLst>
          </p:cNvPr>
          <p:cNvSpPr txBox="1"/>
          <p:nvPr/>
        </p:nvSpPr>
        <p:spPr>
          <a:xfrm>
            <a:off x="448563" y="4697259"/>
            <a:ext cx="11295516"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ea typeface="+mn-lt"/>
                <a:cs typeface="+mn-lt"/>
              </a:rPr>
              <a:t>Vishal Panchal </a:t>
            </a:r>
            <a:endParaRPr lang="en-US" sz="1400"/>
          </a:p>
          <a:p>
            <a:pPr algn="ctr"/>
            <a:r>
              <a:rPr lang="en-US" sz="1400">
                <a:ea typeface="+mn-lt"/>
                <a:cs typeface="+mn-lt"/>
              </a:rPr>
              <a:t>Engineer - IV</a:t>
            </a:r>
            <a:endParaRPr lang="en-US" sz="1400"/>
          </a:p>
          <a:p>
            <a:pPr algn="r"/>
            <a:endParaRPr lang="en-US" sz="1400"/>
          </a:p>
          <a:p>
            <a:pPr algn="r"/>
            <a:endParaRPr lang="en-US" sz="1400"/>
          </a:p>
          <a:p>
            <a:pPr algn="r"/>
            <a:endParaRPr lang="en-US" sz="1400"/>
          </a:p>
          <a:p>
            <a:pPr algn="r"/>
            <a:endParaRPr lang="en-US" sz="1400"/>
          </a:p>
          <a:p>
            <a:pPr algn="ctr"/>
            <a:endParaRPr lang="en-US" sz="1200"/>
          </a:p>
          <a:p>
            <a:pPr algn="ctr"/>
            <a:r>
              <a:rPr lang="en-US" sz="1200"/>
              <a:t>System Level Solutions</a:t>
            </a:r>
            <a:r>
              <a:rPr lang="en-US" sz="1600"/>
              <a:t> </a:t>
            </a:r>
            <a:endParaRPr lang="en-US"/>
          </a:p>
          <a:p>
            <a:pPr algn="ctr"/>
            <a:r>
              <a:rPr lang="en-US" sz="900"/>
              <a:t>Plot#32, Zone-D/4, Phase-1, GIDC Estate</a:t>
            </a:r>
            <a:br>
              <a:rPr lang="en-US" sz="900"/>
            </a:br>
            <a:r>
              <a:rPr lang="en-US" sz="900"/>
              <a:t>V.U. Nagar - 388 121, Gujarat, India</a:t>
            </a:r>
          </a:p>
        </p:txBody>
      </p:sp>
      <p:pic>
        <p:nvPicPr>
          <p:cNvPr id="3" name="Picture 9" descr="A black and blue logo&#10;&#10;Description automatically generated">
            <a:extLst>
              <a:ext uri="{FF2B5EF4-FFF2-40B4-BE49-F238E27FC236}">
                <a16:creationId xmlns:a16="http://schemas.microsoft.com/office/drawing/2014/main" id="{30E2C7F7-613E-4613-9A9E-935E8CF9F9F0}"/>
              </a:ext>
            </a:extLst>
          </p:cNvPr>
          <p:cNvPicPr/>
          <p:nvPr/>
        </p:nvPicPr>
        <p:blipFill>
          <a:blip r:embed="rId2"/>
          <a:srcRect l="-2076" r="-3865"/>
          <a:stretch/>
        </p:blipFill>
        <p:spPr>
          <a:xfrm>
            <a:off x="5400550" y="5300834"/>
            <a:ext cx="1393200" cy="88452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2</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b="1" spc="-1">
                <a:solidFill>
                  <a:srgbClr val="262626"/>
                </a:solidFill>
                <a:latin typeface="Calibri"/>
                <a:ea typeface="+mn-lt"/>
                <a:cs typeface="Calibri"/>
              </a:rPr>
              <a:t>Device Details</a:t>
            </a:r>
            <a:endParaRPr lang="en-US"/>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89" name="TextBox 23"/>
          <p:cNvSpPr/>
          <p:nvPr/>
        </p:nvSpPr>
        <p:spPr>
          <a:xfrm>
            <a:off x="576979" y="1949774"/>
            <a:ext cx="6509019" cy="3908762"/>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marL="457200" indent="-457200">
              <a:buFont typeface="Arial"/>
              <a:buChar char="•"/>
              <a:tabLst>
                <a:tab pos="408240" algn="l"/>
              </a:tabLst>
            </a:pPr>
            <a:r>
              <a:rPr lang="en-US" sz="1600" b="1" spc="-1">
                <a:latin typeface="Calibri"/>
                <a:ea typeface="Microsoft YaHei"/>
              </a:rPr>
              <a:t>Device type:</a:t>
            </a:r>
            <a:r>
              <a:rPr lang="en-US" sz="1600" spc="-1">
                <a:latin typeface="Calibri"/>
                <a:ea typeface="Microsoft YaHei"/>
              </a:rPr>
              <a:t> </a:t>
            </a:r>
            <a:r>
              <a:rPr lang="en-US" sz="1600" spc="-1">
                <a:latin typeface="Calibri"/>
                <a:ea typeface="Microsoft YaHei"/>
                <a:cs typeface="Calibri"/>
              </a:rPr>
              <a:t>Retrofit Gas</a:t>
            </a:r>
            <a:r>
              <a:rPr lang="en-US" sz="1600" spc="-1">
                <a:latin typeface="Calibri"/>
                <a:ea typeface="Microsoft YaHei"/>
              </a:rPr>
              <a:t> AMR </a:t>
            </a:r>
            <a:endParaRPr lang="en-US" sz="1600">
              <a:latin typeface="Arial"/>
              <a:ea typeface="Microsoft YaHei"/>
            </a:endParaRPr>
          </a:p>
          <a:p>
            <a:pPr marL="457200" indent="-457200">
              <a:buFont typeface="Arial"/>
              <a:buChar char="•"/>
              <a:tabLst>
                <a:tab pos="408240" algn="l"/>
              </a:tabLst>
            </a:pPr>
            <a:r>
              <a:rPr lang="en-US" sz="1600" b="1" spc="-1">
                <a:latin typeface="Calibri"/>
                <a:ea typeface="Microsoft YaHei"/>
              </a:rPr>
              <a:t>Sensor:</a:t>
            </a:r>
            <a:r>
              <a:rPr lang="en-US" sz="1600" spc="-1">
                <a:latin typeface="Calibri"/>
                <a:ea typeface="Microsoft YaHei"/>
              </a:rPr>
              <a:t> Hall effect</a:t>
            </a:r>
            <a:endParaRPr lang="en-US" sz="1600">
              <a:latin typeface="Arial"/>
              <a:ea typeface="Microsoft YaHei"/>
            </a:endParaRPr>
          </a:p>
          <a:p>
            <a:pPr marL="457200" indent="-457200">
              <a:buFont typeface="Arial"/>
              <a:buChar char="•"/>
              <a:tabLst>
                <a:tab pos="408240" algn="l"/>
              </a:tabLst>
            </a:pPr>
            <a:r>
              <a:rPr lang="en-US" sz="1600" b="1" spc="-1">
                <a:latin typeface="Calibri"/>
                <a:ea typeface="Microsoft YaHei"/>
              </a:rPr>
              <a:t>Alerts:</a:t>
            </a:r>
            <a:r>
              <a:rPr lang="en-US" sz="1600" spc="-1">
                <a:latin typeface="Calibri"/>
                <a:ea typeface="Microsoft YaHei"/>
              </a:rPr>
              <a:t> Magnet Tamper, Switch </a:t>
            </a:r>
            <a:r>
              <a:rPr lang="en-US" sz="1600" spc="-1">
                <a:latin typeface="Calibri"/>
                <a:ea typeface="Calibri"/>
                <a:cs typeface="Calibri"/>
              </a:rPr>
              <a:t>Tamper</a:t>
            </a:r>
            <a:r>
              <a:rPr lang="en-US" sz="1600" spc="-1">
                <a:latin typeface="Calibri"/>
                <a:ea typeface="Microsoft YaHei"/>
              </a:rPr>
              <a:t>, Wire </a:t>
            </a:r>
            <a:r>
              <a:rPr lang="en-US" sz="1600" spc="-1">
                <a:latin typeface="Calibri"/>
                <a:ea typeface="Calibri"/>
                <a:cs typeface="Calibri"/>
              </a:rPr>
              <a:t>Tamper</a:t>
            </a:r>
            <a:r>
              <a:rPr lang="en-US" sz="1600" spc="-1">
                <a:latin typeface="Calibri"/>
                <a:ea typeface="Microsoft YaHei"/>
              </a:rPr>
              <a:t>, Case </a:t>
            </a:r>
            <a:r>
              <a:rPr lang="en-US" sz="1600" spc="-1">
                <a:latin typeface="Calibri"/>
                <a:ea typeface="Calibri"/>
                <a:cs typeface="Calibri"/>
              </a:rPr>
              <a:t>Tamper</a:t>
            </a:r>
            <a:r>
              <a:rPr lang="en-US" sz="1600" spc="-1">
                <a:latin typeface="Calibri"/>
                <a:ea typeface="Microsoft YaHei"/>
              </a:rPr>
              <a:t> and Low Battery</a:t>
            </a:r>
            <a:endParaRPr lang="en-US" sz="1600">
              <a:latin typeface="Arial"/>
              <a:ea typeface="Microsoft YaHei"/>
            </a:endParaRPr>
          </a:p>
          <a:p>
            <a:pPr marL="457200" indent="-457200">
              <a:buFont typeface="Arial"/>
              <a:buChar char="•"/>
              <a:tabLst>
                <a:tab pos="408240" algn="l"/>
              </a:tabLst>
            </a:pPr>
            <a:r>
              <a:rPr lang="en-US" sz="1600" b="1" spc="-1">
                <a:latin typeface="Calibri"/>
                <a:ea typeface="Microsoft YaHei"/>
              </a:rPr>
              <a:t>Hardware version:</a:t>
            </a:r>
            <a:r>
              <a:rPr lang="en-US" sz="1600" spc="-1">
                <a:latin typeface="Calibri"/>
                <a:ea typeface="Microsoft YaHei"/>
              </a:rPr>
              <a:t> 1.0.</a:t>
            </a:r>
            <a:endParaRPr lang="en-US" sz="1600">
              <a:latin typeface="Arial"/>
              <a:ea typeface="Microsoft YaHei"/>
            </a:endParaRPr>
          </a:p>
          <a:p>
            <a:pPr marL="457200" indent="-457200">
              <a:buFont typeface="Arial"/>
              <a:buChar char="•"/>
              <a:tabLst>
                <a:tab pos="408240" algn="l"/>
              </a:tabLst>
            </a:pPr>
            <a:r>
              <a:rPr lang="en-US" sz="1600" b="1" spc="-1">
                <a:latin typeface="Calibri"/>
                <a:ea typeface="Microsoft YaHei"/>
              </a:rPr>
              <a:t>Firmware Version:</a:t>
            </a:r>
            <a:r>
              <a:rPr lang="en-US" sz="1600" spc="-1">
                <a:latin typeface="Calibri"/>
                <a:ea typeface="Microsoft YaHei"/>
              </a:rPr>
              <a:t> v01.00.00.00.48711378</a:t>
            </a:r>
            <a:endParaRPr lang="en-US" sz="1600">
              <a:latin typeface="Arial"/>
              <a:ea typeface="Microsoft YaHei"/>
            </a:endParaRPr>
          </a:p>
          <a:p>
            <a:pPr marL="457200" indent="-457200">
              <a:buFont typeface="Arial"/>
              <a:buChar char="•"/>
              <a:tabLst>
                <a:tab pos="408240" algn="l"/>
              </a:tabLst>
            </a:pPr>
            <a:r>
              <a:rPr lang="en-US" sz="1600" b="1" spc="-1">
                <a:latin typeface="Calibri"/>
                <a:ea typeface="Microsoft YaHei"/>
              </a:rPr>
              <a:t>Duty Cycle:</a:t>
            </a:r>
            <a:r>
              <a:rPr lang="en-US" sz="1600" spc="-1">
                <a:latin typeface="Calibri"/>
                <a:ea typeface="Microsoft YaHei"/>
              </a:rPr>
              <a:t> 1 Hour </a:t>
            </a:r>
            <a:endParaRPr lang="en-US" sz="1600">
              <a:latin typeface="Arial"/>
              <a:ea typeface="Microsoft YaHei"/>
            </a:endParaRPr>
          </a:p>
          <a:p>
            <a:pPr marL="457200" indent="-457200">
              <a:buFont typeface="Arial"/>
              <a:buChar char="•"/>
              <a:tabLst>
                <a:tab pos="408240" algn="l"/>
              </a:tabLst>
            </a:pPr>
            <a:r>
              <a:rPr lang="en-US" sz="1600" b="1" spc="-1">
                <a:latin typeface="Calibri"/>
                <a:ea typeface="Microsoft YaHei"/>
              </a:rPr>
              <a:t>RF Technology:</a:t>
            </a:r>
            <a:r>
              <a:rPr lang="en-US" sz="1600" spc="-1">
                <a:latin typeface="Calibri"/>
                <a:ea typeface="Microsoft YaHei"/>
              </a:rPr>
              <a:t> LPWAN NB-IoT</a:t>
            </a:r>
            <a:endParaRPr lang="en-US" sz="1600">
              <a:latin typeface="Arial"/>
              <a:ea typeface="Microsoft YaHei"/>
            </a:endParaRPr>
          </a:p>
          <a:p>
            <a:pPr marL="457200" indent="-457200">
              <a:buFont typeface="Arial"/>
              <a:buChar char="•"/>
              <a:tabLst>
                <a:tab pos="408240" algn="l"/>
              </a:tabLst>
            </a:pPr>
            <a:r>
              <a:rPr lang="en-US" sz="1600" b="1" spc="-1">
                <a:latin typeface="Calibri"/>
                <a:ea typeface="Microsoft YaHei"/>
              </a:rPr>
              <a:t>Communication protocol:</a:t>
            </a:r>
            <a:r>
              <a:rPr lang="en-US" sz="1600" spc="-1">
                <a:latin typeface="Calibri"/>
                <a:ea typeface="Microsoft YaHei"/>
              </a:rPr>
              <a:t> Jio NIDD </a:t>
            </a:r>
            <a:endParaRPr lang="en-US" sz="1600">
              <a:latin typeface="Arial"/>
              <a:ea typeface="Microsoft YaHei"/>
            </a:endParaRPr>
          </a:p>
          <a:p>
            <a:pPr marL="457200" indent="-457200">
              <a:buFont typeface="Arial"/>
              <a:buChar char="•"/>
              <a:tabLst>
                <a:tab pos="408240" algn="l"/>
              </a:tabLst>
            </a:pPr>
            <a:r>
              <a:rPr lang="en-US" sz="1600" b="1" spc="-1">
                <a:latin typeface="Calibri"/>
                <a:ea typeface="Microsoft YaHei"/>
              </a:rPr>
              <a:t>Sim Card: </a:t>
            </a:r>
            <a:r>
              <a:rPr lang="en-US" sz="1600" spc="-1">
                <a:latin typeface="Calibri"/>
                <a:ea typeface="Microsoft YaHei"/>
              </a:rPr>
              <a:t>Jio NB-IoT SIM </a:t>
            </a:r>
          </a:p>
          <a:p>
            <a:pPr marL="457200" indent="-457200">
              <a:buFont typeface="Arial"/>
              <a:buChar char="•"/>
              <a:tabLst>
                <a:tab pos="408240" algn="l"/>
              </a:tabLst>
            </a:pPr>
            <a:r>
              <a:rPr lang="en-US" sz="1600" b="1" spc="-1">
                <a:latin typeface="Calibri"/>
                <a:ea typeface="Microsoft YaHei"/>
              </a:rPr>
              <a:t>Location</a:t>
            </a:r>
            <a:r>
              <a:rPr lang="en-US" sz="1600" spc="-1">
                <a:latin typeface="Calibri"/>
                <a:ea typeface="Microsoft YaHei"/>
              </a:rPr>
              <a:t>: Vadodara , Gujarat</a:t>
            </a:r>
          </a:p>
          <a:p>
            <a:pPr marL="457200" indent="-457200">
              <a:buFont typeface="Arial"/>
              <a:buChar char="•"/>
              <a:tabLst>
                <a:tab pos="408240" algn="l"/>
              </a:tabLst>
            </a:pPr>
            <a:r>
              <a:rPr lang="en-US" sz="1600" b="1" spc="-1">
                <a:latin typeface="Calibri"/>
                <a:ea typeface="Microsoft YaHei"/>
              </a:rPr>
              <a:t>Application Portal:</a:t>
            </a:r>
            <a:r>
              <a:rPr lang="en-US" sz="1600" spc="-1">
                <a:latin typeface="Calibri"/>
                <a:ea typeface="Microsoft YaHei"/>
              </a:rPr>
              <a:t> VGL AMR</a:t>
            </a:r>
          </a:p>
          <a:p>
            <a:pPr marL="457200" indent="-457200">
              <a:buFont typeface="Arial"/>
              <a:buChar char="•"/>
              <a:tabLst>
                <a:tab pos="408240" algn="l"/>
              </a:tabLst>
            </a:pPr>
            <a:r>
              <a:rPr lang="en-US" sz="1600" b="1" spc="-1">
                <a:latin typeface="Calibri"/>
                <a:ea typeface="Microsoft YaHei"/>
              </a:rPr>
              <a:t>Portal Link:</a:t>
            </a:r>
            <a:r>
              <a:rPr lang="en-US" sz="1600" spc="-1">
                <a:latin typeface="Calibri"/>
                <a:ea typeface="Microsoft YaHei"/>
              </a:rPr>
              <a:t> </a:t>
            </a:r>
            <a:r>
              <a:rPr lang="en-US" sz="1600" spc="-1">
                <a:ea typeface="+mn-lt"/>
                <a:cs typeface="+mn-lt"/>
                <a:hlinkClick r:id="rId2"/>
              </a:rPr>
              <a:t>https://vglamr.in/index.php</a:t>
            </a:r>
            <a:endParaRPr lang="en-US" sz="1600" spc="-1">
              <a:ea typeface="+mn-lt"/>
              <a:cs typeface="+mn-lt"/>
            </a:endParaRPr>
          </a:p>
          <a:p>
            <a:pPr marL="457200" indent="-457200">
              <a:buFont typeface="Arial"/>
              <a:buChar char="•"/>
              <a:tabLst>
                <a:tab pos="408240" algn="l"/>
              </a:tabLst>
            </a:pPr>
            <a:r>
              <a:rPr lang="en-US" sz="1600" b="1" spc="-1">
                <a:latin typeface="Calibri"/>
                <a:ea typeface="Microsoft YaHei"/>
              </a:rPr>
              <a:t>Commissioning app:</a:t>
            </a:r>
            <a:r>
              <a:rPr lang="en-US" sz="1600" spc="-1">
                <a:latin typeface="Calibri"/>
                <a:ea typeface="Microsoft YaHei"/>
              </a:rPr>
              <a:t> AMR Device Installation - Meter Information</a:t>
            </a:r>
          </a:p>
          <a:p>
            <a:pPr marL="457200" indent="-457200">
              <a:buFont typeface="Arial"/>
              <a:buChar char="•"/>
              <a:tabLst>
                <a:tab pos="408240" algn="l"/>
              </a:tabLst>
            </a:pPr>
            <a:r>
              <a:rPr lang="en-US" sz="1600" spc="-1">
                <a:ea typeface="+mn-lt"/>
                <a:cs typeface="+mn-lt"/>
              </a:rPr>
              <a:t>App Link: </a:t>
            </a:r>
            <a:r>
              <a:rPr lang="en-US" sz="1600" spc="-1">
                <a:ea typeface="+mn-lt"/>
                <a:cs typeface="+mn-lt"/>
                <a:hlinkClick r:id="rId3"/>
              </a:rPr>
              <a:t>https://vglamr.in/index1.php</a:t>
            </a:r>
            <a:endParaRPr lang="en-US" sz="1400" spc="-1">
              <a:ea typeface="+mn-lt"/>
              <a:cs typeface="+mn-lt"/>
            </a:endParaRPr>
          </a:p>
          <a:p>
            <a:pPr>
              <a:tabLst>
                <a:tab pos="408240" algn="l"/>
              </a:tabLst>
            </a:pPr>
            <a:endParaRPr lang="en-US" sz="1400" spc="-1">
              <a:ea typeface="+mn-lt"/>
              <a:cs typeface="+mn-lt"/>
            </a:endParaRPr>
          </a:p>
        </p:txBody>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4"/>
          <a:srcRect l="-2076" r="-3865"/>
          <a:stretch/>
        </p:blipFill>
        <p:spPr>
          <a:xfrm>
            <a:off x="10487880" y="360720"/>
            <a:ext cx="1393200" cy="884520"/>
          </a:xfrm>
          <a:prstGeom prst="rect">
            <a:avLst/>
          </a:prstGeom>
          <a:ln w="0">
            <a:noFill/>
          </a:ln>
        </p:spPr>
      </p:pic>
      <p:pic>
        <p:nvPicPr>
          <p:cNvPr id="3" name="Picture 2" descr="A white box with black wires&#10;&#10;Description automatically generated">
            <a:extLst>
              <a:ext uri="{FF2B5EF4-FFF2-40B4-BE49-F238E27FC236}">
                <a16:creationId xmlns:a16="http://schemas.microsoft.com/office/drawing/2014/main" id="{E19459EB-EAEC-365B-5CD4-FAA718BBA6DB}"/>
              </a:ext>
            </a:extLst>
          </p:cNvPr>
          <p:cNvPicPr>
            <a:picLocks noChangeAspect="1"/>
          </p:cNvPicPr>
          <p:nvPr/>
        </p:nvPicPr>
        <p:blipFill>
          <a:blip r:embed="rId5"/>
          <a:stretch>
            <a:fillRect/>
          </a:stretch>
        </p:blipFill>
        <p:spPr>
          <a:xfrm>
            <a:off x="7038456" y="1945709"/>
            <a:ext cx="4777214" cy="3582444"/>
          </a:xfrm>
          <a:prstGeom prst="rect">
            <a:avLst/>
          </a:prstGeom>
        </p:spPr>
      </p:pic>
    </p:spTree>
    <p:extLst>
      <p:ext uri="{BB962C8B-B14F-4D97-AF65-F5344CB8AC3E}">
        <p14:creationId xmlns:p14="http://schemas.microsoft.com/office/powerpoint/2010/main" val="1603929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3</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182729" y="594015"/>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b="1" spc="-1">
                <a:solidFill>
                  <a:srgbClr val="262626"/>
                </a:solidFill>
                <a:latin typeface="Calibri"/>
                <a:cs typeface="Calibri"/>
              </a:rPr>
              <a:t>Field site locations</a:t>
            </a: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pic>
        <p:nvPicPr>
          <p:cNvPr id="7" name="Picture 6" descr="A map of a city&#10;&#10;Description automatically generated">
            <a:extLst>
              <a:ext uri="{FF2B5EF4-FFF2-40B4-BE49-F238E27FC236}">
                <a16:creationId xmlns:a16="http://schemas.microsoft.com/office/drawing/2014/main" id="{9F8B1089-7A3F-6B5E-C101-6B2E5211E6F1}"/>
              </a:ext>
            </a:extLst>
          </p:cNvPr>
          <p:cNvPicPr>
            <a:picLocks noChangeAspect="1"/>
          </p:cNvPicPr>
          <p:nvPr/>
        </p:nvPicPr>
        <p:blipFill>
          <a:blip r:embed="rId3"/>
          <a:stretch>
            <a:fillRect/>
          </a:stretch>
        </p:blipFill>
        <p:spPr>
          <a:xfrm>
            <a:off x="4099820" y="101599"/>
            <a:ext cx="6060855" cy="6135254"/>
          </a:xfrm>
          <a:prstGeom prst="rect">
            <a:avLst/>
          </a:prstGeom>
        </p:spPr>
      </p:pic>
      <p:sp>
        <p:nvSpPr>
          <p:cNvPr id="2" name="TextBox 1">
            <a:extLst>
              <a:ext uri="{FF2B5EF4-FFF2-40B4-BE49-F238E27FC236}">
                <a16:creationId xmlns:a16="http://schemas.microsoft.com/office/drawing/2014/main" id="{80056B2D-286B-C704-0BC5-310102FC242E}"/>
              </a:ext>
            </a:extLst>
          </p:cNvPr>
          <p:cNvSpPr txBox="1"/>
          <p:nvPr/>
        </p:nvSpPr>
        <p:spPr>
          <a:xfrm>
            <a:off x="1272730" y="1291833"/>
            <a:ext cx="339892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Vadodara, Gujarat</a:t>
            </a:r>
          </a:p>
          <a:p>
            <a:r>
              <a:rPr lang="en-US"/>
              <a:t>  4 Sites</a:t>
            </a:r>
          </a:p>
        </p:txBody>
      </p:sp>
      <p:pic>
        <p:nvPicPr>
          <p:cNvPr id="3" name="Graphic 2" descr="Pin with solid fill">
            <a:extLst>
              <a:ext uri="{FF2B5EF4-FFF2-40B4-BE49-F238E27FC236}">
                <a16:creationId xmlns:a16="http://schemas.microsoft.com/office/drawing/2014/main" id="{B48FDC44-8382-9916-04E7-448B1FAE16B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2136" y="1247931"/>
            <a:ext cx="564703" cy="577122"/>
          </a:xfrm>
          <a:prstGeom prst="rect">
            <a:avLst/>
          </a:prstGeom>
        </p:spPr>
      </p:pic>
    </p:spTree>
    <p:extLst>
      <p:ext uri="{BB962C8B-B14F-4D97-AF65-F5344CB8AC3E}">
        <p14:creationId xmlns:p14="http://schemas.microsoft.com/office/powerpoint/2010/main" val="3575530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4</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b="1" spc="-1">
                <a:solidFill>
                  <a:srgbClr val="262626"/>
                </a:solidFill>
                <a:latin typeface="Calibri"/>
                <a:cs typeface="Calibri"/>
              </a:rPr>
              <a:t>Field site details</a:t>
            </a: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graphicFrame>
        <p:nvGraphicFramePr>
          <p:cNvPr id="6" name="Table 5">
            <a:extLst>
              <a:ext uri="{FF2B5EF4-FFF2-40B4-BE49-F238E27FC236}">
                <a16:creationId xmlns:a16="http://schemas.microsoft.com/office/drawing/2014/main" id="{FA014DEC-F96B-C6F0-5F2B-B263DF1D763E}"/>
              </a:ext>
            </a:extLst>
          </p:cNvPr>
          <p:cNvGraphicFramePr>
            <a:graphicFrameLocks noGrp="1"/>
          </p:cNvGraphicFramePr>
          <p:nvPr>
            <p:extLst>
              <p:ext uri="{D42A27DB-BD31-4B8C-83A1-F6EECF244321}">
                <p14:modId xmlns:p14="http://schemas.microsoft.com/office/powerpoint/2010/main" val="170629187"/>
              </p:ext>
            </p:extLst>
          </p:nvPr>
        </p:nvGraphicFramePr>
        <p:xfrm>
          <a:off x="399789" y="1586459"/>
          <a:ext cx="11339365" cy="3691280"/>
        </p:xfrm>
        <a:graphic>
          <a:graphicData uri="http://schemas.openxmlformats.org/drawingml/2006/table">
            <a:tbl>
              <a:tblPr firstRow="1" bandRow="1">
                <a:tableStyleId>{5C22544A-7EE6-4342-B048-85BDC9FD1C3A}</a:tableStyleId>
              </a:tblPr>
              <a:tblGrid>
                <a:gridCol w="896488">
                  <a:extLst>
                    <a:ext uri="{9D8B030D-6E8A-4147-A177-3AD203B41FA5}">
                      <a16:colId xmlns:a16="http://schemas.microsoft.com/office/drawing/2014/main" val="3458452834"/>
                    </a:ext>
                  </a:extLst>
                </a:gridCol>
                <a:gridCol w="3386574">
                  <a:extLst>
                    <a:ext uri="{9D8B030D-6E8A-4147-A177-3AD203B41FA5}">
                      <a16:colId xmlns:a16="http://schemas.microsoft.com/office/drawing/2014/main" val="4112356846"/>
                    </a:ext>
                  </a:extLst>
                </a:gridCol>
                <a:gridCol w="5088392">
                  <a:extLst>
                    <a:ext uri="{9D8B030D-6E8A-4147-A177-3AD203B41FA5}">
                      <a16:colId xmlns:a16="http://schemas.microsoft.com/office/drawing/2014/main" val="3019994867"/>
                    </a:ext>
                  </a:extLst>
                </a:gridCol>
                <a:gridCol w="1967911">
                  <a:extLst>
                    <a:ext uri="{9D8B030D-6E8A-4147-A177-3AD203B41FA5}">
                      <a16:colId xmlns:a16="http://schemas.microsoft.com/office/drawing/2014/main" val="2297282640"/>
                    </a:ext>
                  </a:extLst>
                </a:gridCol>
              </a:tblGrid>
              <a:tr h="803704">
                <a:tc>
                  <a:txBody>
                    <a:bodyPr/>
                    <a:lstStyle/>
                    <a:p>
                      <a:pPr algn="ctr"/>
                      <a:r>
                        <a:rPr lang="en-US"/>
                        <a:t>Site No</a:t>
                      </a:r>
                    </a:p>
                  </a:txBody>
                  <a:tcPr anchor="ctr"/>
                </a:tc>
                <a:tc>
                  <a:txBody>
                    <a:bodyPr/>
                    <a:lstStyle/>
                    <a:p>
                      <a:pPr algn="ctr"/>
                      <a:r>
                        <a:rPr lang="en-US"/>
                        <a:t>Site Name</a:t>
                      </a:r>
                    </a:p>
                  </a:txBody>
                  <a:tcPr anchor="ctr"/>
                </a:tc>
                <a:tc>
                  <a:txBody>
                    <a:bodyPr/>
                    <a:lstStyle/>
                    <a:p>
                      <a:pPr lvl="0" algn="ctr">
                        <a:buNone/>
                      </a:pPr>
                      <a:r>
                        <a:rPr lang="en-US" sz="1800" b="1" i="0" u="none" strike="noStrike" noProof="0">
                          <a:solidFill>
                            <a:srgbClr val="FFFFFF"/>
                          </a:solidFill>
                          <a:latin typeface="Arial"/>
                        </a:rPr>
                        <a:t>Site Address</a:t>
                      </a:r>
                    </a:p>
                  </a:txBody>
                  <a:tcPr anchor="ctr"/>
                </a:tc>
                <a:tc>
                  <a:txBody>
                    <a:bodyPr/>
                    <a:lstStyle/>
                    <a:p>
                      <a:pPr lvl="0" algn="ctr">
                        <a:buNone/>
                      </a:pPr>
                      <a:r>
                        <a:rPr lang="en-US" sz="1800" b="1" i="0" u="none" strike="noStrike" noProof="0">
                          <a:solidFill>
                            <a:srgbClr val="FFFFFF"/>
                          </a:solidFill>
                          <a:latin typeface="Arial"/>
                        </a:rPr>
                        <a:t>Lat log.</a:t>
                      </a:r>
                    </a:p>
                  </a:txBody>
                  <a:tcPr anchor="ctr"/>
                </a:tc>
                <a:extLst>
                  <a:ext uri="{0D108BD9-81ED-4DB2-BD59-A6C34878D82A}">
                    <a16:rowId xmlns:a16="http://schemas.microsoft.com/office/drawing/2014/main" val="951110919"/>
                  </a:ext>
                </a:extLst>
              </a:tr>
              <a:tr h="721894">
                <a:tc>
                  <a:txBody>
                    <a:bodyPr/>
                    <a:lstStyle/>
                    <a:p>
                      <a:pPr lvl="0" algn="ctr">
                        <a:lnSpc>
                          <a:spcPct val="100000"/>
                        </a:lnSpc>
                        <a:spcBef>
                          <a:spcPts val="0"/>
                        </a:spcBef>
                        <a:spcAft>
                          <a:spcPts val="0"/>
                        </a:spcAft>
                        <a:buNone/>
                      </a:pPr>
                      <a:r>
                        <a:rPr lang="en-US" sz="1400" b="0" i="0" u="none" strike="noStrike" kern="1200" noProof="0">
                          <a:solidFill>
                            <a:srgbClr val="202124"/>
                          </a:solidFill>
                          <a:latin typeface="Arial"/>
                          <a:ea typeface="+mn-ea"/>
                          <a:cs typeface="+mn-cs"/>
                        </a:rPr>
                        <a:t>1</a:t>
                      </a:r>
                    </a:p>
                  </a:txBody>
                  <a:tcPr anchor="ctr"/>
                </a:tc>
                <a:tc>
                  <a:txBody>
                    <a:bodyPr/>
                    <a:lstStyle/>
                    <a:p>
                      <a:pPr lvl="0" algn="ctr">
                        <a:buNone/>
                      </a:pPr>
                      <a:r>
                        <a:rPr lang="en-US" sz="1400" b="0" i="0" u="none" strike="noStrike" kern="1200" noProof="0">
                          <a:solidFill>
                            <a:srgbClr val="202124"/>
                          </a:solidFill>
                          <a:latin typeface="Arial"/>
                          <a:ea typeface="+mn-ea"/>
                          <a:cs typeface="+mn-cs"/>
                        </a:rPr>
                        <a:t>LAXMI FARSAN HOUSE</a:t>
                      </a:r>
                      <a:endParaRPr lang="en-US" sz="1400" b="0" i="0" u="none" strike="noStrike" kern="1200">
                        <a:solidFill>
                          <a:srgbClr val="202124"/>
                        </a:solidFill>
                        <a:latin typeface="Arial"/>
                        <a:ea typeface="+mn-ea"/>
                        <a:cs typeface="+mn-cs"/>
                      </a:endParaRPr>
                    </a:p>
                  </a:txBody>
                  <a:tcPr anchor="ctr"/>
                </a:tc>
                <a:tc>
                  <a:txBody>
                    <a:bodyPr/>
                    <a:lstStyle/>
                    <a:p>
                      <a:pPr lvl="0" algn="ctr">
                        <a:buNone/>
                      </a:pPr>
                      <a:r>
                        <a:rPr lang="en-US" sz="1400" b="0" i="0" u="none" strike="noStrike" kern="1200" noProof="0">
                          <a:solidFill>
                            <a:srgbClr val="202124"/>
                          </a:solidFill>
                          <a:latin typeface="Arial"/>
                          <a:ea typeface="+mn-ea"/>
                          <a:cs typeface="+mn-cs"/>
                        </a:rPr>
                        <a:t>Palace Rd, </a:t>
                      </a:r>
                      <a:r>
                        <a:rPr lang="en-US" sz="1400" b="0" i="0" u="none" strike="noStrike" kern="1200" noProof="0" err="1">
                          <a:solidFill>
                            <a:srgbClr val="202124"/>
                          </a:solidFill>
                          <a:latin typeface="Arial"/>
                          <a:ea typeface="+mn-ea"/>
                          <a:cs typeface="+mn-cs"/>
                        </a:rPr>
                        <a:t>Khanderao</a:t>
                      </a:r>
                      <a:r>
                        <a:rPr lang="en-US" sz="1400" b="0" i="0" u="none" strike="noStrike" kern="1200" noProof="0">
                          <a:solidFill>
                            <a:srgbClr val="202124"/>
                          </a:solidFill>
                          <a:latin typeface="Arial"/>
                          <a:ea typeface="+mn-ea"/>
                          <a:cs typeface="+mn-cs"/>
                        </a:rPr>
                        <a:t> Market Char Rasta, </a:t>
                      </a:r>
                      <a:r>
                        <a:rPr lang="en-US" sz="1400" b="0" i="0" u="none" strike="noStrike" kern="1200" noProof="0" err="1">
                          <a:solidFill>
                            <a:srgbClr val="202124"/>
                          </a:solidFill>
                          <a:latin typeface="Arial"/>
                          <a:ea typeface="+mn-ea"/>
                          <a:cs typeface="+mn-cs"/>
                        </a:rPr>
                        <a:t>Babajipura</a:t>
                      </a:r>
                      <a:r>
                        <a:rPr lang="en-US" sz="1400" b="0" i="0" u="none" strike="noStrike" kern="1200" noProof="0">
                          <a:solidFill>
                            <a:srgbClr val="202124"/>
                          </a:solidFill>
                          <a:latin typeface="Arial"/>
                          <a:ea typeface="+mn-ea"/>
                          <a:cs typeface="+mn-cs"/>
                        </a:rPr>
                        <a:t>, Vadodara, Gujarat 390001</a:t>
                      </a:r>
                      <a:endParaRPr lang="en-US" sz="1400" b="0" i="0" u="none" strike="noStrike" kern="1200">
                        <a:solidFill>
                          <a:srgbClr val="202124"/>
                        </a:solidFill>
                        <a:latin typeface="Arial"/>
                        <a:ea typeface="+mn-ea"/>
                        <a:cs typeface="+mn-cs"/>
                      </a:endParaRPr>
                    </a:p>
                  </a:txBody>
                  <a:tcPr anchor="ctr"/>
                </a:tc>
                <a:tc>
                  <a:txBody>
                    <a:bodyPr/>
                    <a:lstStyle/>
                    <a:p>
                      <a:pPr lvl="0" algn="ctr">
                        <a:lnSpc>
                          <a:spcPct val="100000"/>
                        </a:lnSpc>
                        <a:spcBef>
                          <a:spcPts val="0"/>
                        </a:spcBef>
                        <a:spcAft>
                          <a:spcPts val="0"/>
                        </a:spcAft>
                        <a:buNone/>
                      </a:pPr>
                      <a:r>
                        <a:rPr lang="en-US" sz="1400" b="0" i="0" u="none" strike="noStrike" kern="1200" noProof="0">
                          <a:solidFill>
                            <a:srgbClr val="202124"/>
                          </a:solidFill>
                          <a:latin typeface="Arial"/>
                          <a:ea typeface="+mn-ea"/>
                          <a:cs typeface="+mn-cs"/>
                        </a:rPr>
                        <a:t>22.297369111060267,   </a:t>
                      </a:r>
                      <a:r>
                        <a:rPr lang="en-US" sz="1400" b="0" i="0" u="none" strike="noStrike" kern="1200" noProof="0">
                          <a:solidFill>
                            <a:srgbClr val="202124"/>
                          </a:solidFill>
                          <a:latin typeface="Arial"/>
                        </a:rPr>
                        <a:t>73.20195485740423</a:t>
                      </a:r>
                      <a:endParaRPr lang="en-US" sz="1400" b="0" i="0" u="none" strike="noStrike" kern="1200" noProof="0">
                        <a:solidFill>
                          <a:srgbClr val="000000"/>
                        </a:solidFill>
                        <a:latin typeface="Arial"/>
                      </a:endParaRPr>
                    </a:p>
                  </a:txBody>
                  <a:tcPr anchor="ctr"/>
                </a:tc>
                <a:extLst>
                  <a:ext uri="{0D108BD9-81ED-4DB2-BD59-A6C34878D82A}">
                    <a16:rowId xmlns:a16="http://schemas.microsoft.com/office/drawing/2014/main" val="3776644733"/>
                  </a:ext>
                </a:extLst>
              </a:tr>
              <a:tr h="721894">
                <a:tc>
                  <a:txBody>
                    <a:bodyPr/>
                    <a:lstStyle/>
                    <a:p>
                      <a:pPr lvl="0" algn="ctr">
                        <a:lnSpc>
                          <a:spcPct val="100000"/>
                        </a:lnSpc>
                        <a:spcBef>
                          <a:spcPts val="0"/>
                        </a:spcBef>
                        <a:spcAft>
                          <a:spcPts val="0"/>
                        </a:spcAft>
                        <a:buNone/>
                      </a:pPr>
                      <a:r>
                        <a:rPr lang="en-US" sz="1400" b="0" i="0" u="none" strike="noStrike" kern="1200" noProof="0">
                          <a:solidFill>
                            <a:srgbClr val="202124"/>
                          </a:solidFill>
                          <a:latin typeface="Arial"/>
                          <a:ea typeface="+mn-ea"/>
                          <a:cs typeface="+mn-cs"/>
                        </a:rPr>
                        <a:t>2</a:t>
                      </a:r>
                    </a:p>
                  </a:txBody>
                  <a:tcPr anchor="ctr"/>
                </a:tc>
                <a:tc>
                  <a:txBody>
                    <a:bodyPr/>
                    <a:lstStyle/>
                    <a:p>
                      <a:pPr lvl="0" algn="ctr">
                        <a:buNone/>
                      </a:pPr>
                      <a:r>
                        <a:rPr lang="en-US" sz="1400" b="0" i="0" u="none" strike="noStrike" kern="1200" noProof="0">
                          <a:solidFill>
                            <a:srgbClr val="202124"/>
                          </a:solidFill>
                          <a:latin typeface="Arial"/>
                          <a:ea typeface="+mn-ea"/>
                          <a:cs typeface="+mn-cs"/>
                        </a:rPr>
                        <a:t>Jai Hind Tea shop  </a:t>
                      </a:r>
                      <a:endParaRPr lang="en-US" sz="1400" b="0" i="0" u="none" strike="noStrike" kern="1200">
                        <a:solidFill>
                          <a:srgbClr val="202124"/>
                        </a:solidFill>
                        <a:latin typeface="Arial"/>
                        <a:ea typeface="+mn-ea"/>
                        <a:cs typeface="+mn-cs"/>
                      </a:endParaRPr>
                    </a:p>
                  </a:txBody>
                  <a:tcPr anchor="ctr"/>
                </a:tc>
                <a:tc>
                  <a:txBody>
                    <a:bodyPr/>
                    <a:lstStyle/>
                    <a:p>
                      <a:pPr lvl="0" algn="ctr">
                        <a:buNone/>
                      </a:pPr>
                      <a:r>
                        <a:rPr lang="en-US" sz="1400" b="0" i="0" u="none" strike="noStrike" kern="1200" noProof="0">
                          <a:solidFill>
                            <a:srgbClr val="202124"/>
                          </a:solidFill>
                          <a:latin typeface="Arial"/>
                          <a:ea typeface="+mn-ea"/>
                          <a:cs typeface="+mn-cs"/>
                        </a:rPr>
                        <a:t>Padmavathi Shopping Center, Mangal Bazar, Mandvi, Vadodara, Gujarat 390001</a:t>
                      </a:r>
                      <a:endParaRPr lang="en-US" sz="1400" b="0" i="0" u="none" strike="noStrike" kern="1200">
                        <a:solidFill>
                          <a:srgbClr val="202124"/>
                        </a:solidFill>
                        <a:latin typeface="Arial"/>
                        <a:ea typeface="+mn-ea"/>
                        <a:cs typeface="+mn-cs"/>
                      </a:endParaRPr>
                    </a:p>
                  </a:txBody>
                  <a:tcPr anchor="ctr"/>
                </a:tc>
                <a:tc>
                  <a:txBody>
                    <a:bodyPr/>
                    <a:lstStyle/>
                    <a:p>
                      <a:pPr lvl="0" algn="ctr">
                        <a:buNone/>
                      </a:pPr>
                      <a:r>
                        <a:rPr lang="en-US" sz="1400" b="0" i="0" u="none" strike="noStrike" kern="1200" noProof="0">
                          <a:solidFill>
                            <a:srgbClr val="202124"/>
                          </a:solidFill>
                          <a:latin typeface="Arial"/>
                          <a:ea typeface="+mn-ea"/>
                          <a:cs typeface="+mn-cs"/>
                        </a:rPr>
                        <a:t>22.30030182792134,   </a:t>
                      </a:r>
                      <a:r>
                        <a:rPr lang="en-US" sz="1400" b="0" i="0" u="none" strike="noStrike" kern="1200" noProof="0">
                          <a:solidFill>
                            <a:srgbClr val="202124"/>
                          </a:solidFill>
                          <a:latin typeface="Arial"/>
                        </a:rPr>
                        <a:t>73.20583434786377</a:t>
                      </a:r>
                      <a:endParaRPr lang="en-US" sz="1400" b="0" i="0" u="none" strike="noStrike" kern="1200" noProof="0">
                        <a:solidFill>
                          <a:srgbClr val="000000"/>
                        </a:solidFill>
                        <a:latin typeface="Arial"/>
                      </a:endParaRPr>
                    </a:p>
                  </a:txBody>
                  <a:tcPr anchor="ctr"/>
                </a:tc>
                <a:extLst>
                  <a:ext uri="{0D108BD9-81ED-4DB2-BD59-A6C34878D82A}">
                    <a16:rowId xmlns:a16="http://schemas.microsoft.com/office/drawing/2014/main" val="2584783037"/>
                  </a:ext>
                </a:extLst>
              </a:tr>
              <a:tr h="721894">
                <a:tc>
                  <a:txBody>
                    <a:bodyPr/>
                    <a:lstStyle/>
                    <a:p>
                      <a:pPr lvl="0" algn="ctr">
                        <a:lnSpc>
                          <a:spcPct val="100000"/>
                        </a:lnSpc>
                        <a:spcBef>
                          <a:spcPts val="0"/>
                        </a:spcBef>
                        <a:spcAft>
                          <a:spcPts val="0"/>
                        </a:spcAft>
                        <a:buNone/>
                      </a:pPr>
                      <a:r>
                        <a:rPr lang="en-US" sz="1400" b="0" i="0" u="none" strike="noStrike" kern="1200" noProof="0">
                          <a:solidFill>
                            <a:srgbClr val="202124"/>
                          </a:solidFill>
                          <a:latin typeface="Arial"/>
                          <a:ea typeface="+mn-ea"/>
                          <a:cs typeface="+mn-cs"/>
                        </a:rPr>
                        <a:t>3</a:t>
                      </a:r>
                    </a:p>
                  </a:txBody>
                  <a:tcPr anchor="ctr"/>
                </a:tc>
                <a:tc>
                  <a:txBody>
                    <a:bodyPr/>
                    <a:lstStyle/>
                    <a:p>
                      <a:pPr lvl="0" algn="ctr">
                        <a:buNone/>
                      </a:pPr>
                      <a:r>
                        <a:rPr lang="en-US" sz="1400" b="0" i="0" u="none" strike="noStrike" kern="1200" noProof="0">
                          <a:solidFill>
                            <a:srgbClr val="202124"/>
                          </a:solidFill>
                          <a:latin typeface="Arial"/>
                          <a:ea typeface="+mn-ea"/>
                          <a:cs typeface="+mn-cs"/>
                        </a:rPr>
                        <a:t>Gokaldas </a:t>
                      </a:r>
                      <a:r>
                        <a:rPr lang="en-US" sz="1400" b="0" i="0" u="none" strike="noStrike" kern="1200" noProof="0" err="1">
                          <a:solidFill>
                            <a:srgbClr val="202124"/>
                          </a:solidFill>
                          <a:latin typeface="Arial"/>
                          <a:ea typeface="+mn-ea"/>
                          <a:cs typeface="+mn-cs"/>
                        </a:rPr>
                        <a:t>Mithaiwala</a:t>
                      </a:r>
                      <a:endParaRPr lang="en-US" sz="1400" b="0" i="0" u="none" strike="noStrike" kern="1200">
                        <a:solidFill>
                          <a:srgbClr val="202124"/>
                        </a:solidFill>
                        <a:latin typeface="Arial"/>
                        <a:ea typeface="+mn-ea"/>
                        <a:cs typeface="+mn-cs"/>
                      </a:endParaRPr>
                    </a:p>
                  </a:txBody>
                  <a:tcPr anchor="ctr"/>
                </a:tc>
                <a:tc>
                  <a:txBody>
                    <a:bodyPr/>
                    <a:lstStyle/>
                    <a:p>
                      <a:pPr lvl="0" algn="ctr">
                        <a:buNone/>
                      </a:pPr>
                      <a:r>
                        <a:rPr lang="en-US" sz="1400" b="0" i="0" u="none" strike="noStrike" kern="1200" noProof="0">
                          <a:solidFill>
                            <a:srgbClr val="202124"/>
                          </a:solidFill>
                          <a:latin typeface="Arial"/>
                          <a:ea typeface="+mn-ea"/>
                          <a:cs typeface="+mn-cs"/>
                        </a:rPr>
                        <a:t>Palace Rd, Near Market Char Rasta, </a:t>
                      </a:r>
                      <a:r>
                        <a:rPr lang="en-US" sz="1400" b="0" i="0" u="none" strike="noStrike" kern="1200" noProof="0" err="1">
                          <a:solidFill>
                            <a:srgbClr val="202124"/>
                          </a:solidFill>
                          <a:latin typeface="Arial"/>
                          <a:ea typeface="+mn-ea"/>
                          <a:cs typeface="+mn-cs"/>
                        </a:rPr>
                        <a:t>Sultanpura</a:t>
                      </a:r>
                      <a:r>
                        <a:rPr lang="en-US" sz="1400" b="0" i="0" u="none" strike="noStrike" kern="1200" noProof="0">
                          <a:solidFill>
                            <a:srgbClr val="202124"/>
                          </a:solidFill>
                          <a:latin typeface="Arial"/>
                          <a:ea typeface="+mn-ea"/>
                          <a:cs typeface="+mn-cs"/>
                        </a:rPr>
                        <a:t>, Vadodara, Gujarat 390001</a:t>
                      </a:r>
                      <a:endParaRPr lang="en-US" sz="1400" b="0" i="0" u="none" strike="noStrike" kern="1200">
                        <a:solidFill>
                          <a:srgbClr val="202124"/>
                        </a:solidFill>
                        <a:latin typeface="Arial"/>
                        <a:ea typeface="+mn-ea"/>
                        <a:cs typeface="+mn-cs"/>
                      </a:endParaRPr>
                    </a:p>
                  </a:txBody>
                  <a:tcPr anchor="ctr"/>
                </a:tc>
                <a:tc>
                  <a:txBody>
                    <a:bodyPr/>
                    <a:lstStyle/>
                    <a:p>
                      <a:pPr lvl="0" algn="ctr">
                        <a:buNone/>
                      </a:pPr>
                      <a:r>
                        <a:rPr lang="en-US" sz="1400" b="0" i="0" u="none" strike="noStrike" kern="1200" noProof="0">
                          <a:solidFill>
                            <a:srgbClr val="202124"/>
                          </a:solidFill>
                          <a:latin typeface="Arial"/>
                          <a:ea typeface="+mn-ea"/>
                          <a:cs typeface="+mn-cs"/>
                        </a:rPr>
                        <a:t>22.297442867232025,   </a:t>
                      </a:r>
                      <a:r>
                        <a:rPr lang="en-US" sz="1400" b="0" i="0" u="none" strike="noStrike" kern="1200" noProof="0">
                          <a:solidFill>
                            <a:srgbClr val="202124"/>
                          </a:solidFill>
                          <a:latin typeface="Arial"/>
                        </a:rPr>
                        <a:t>73.20197039949923</a:t>
                      </a:r>
                      <a:endParaRPr lang="en-US" sz="1400" b="0" i="0" u="none" strike="noStrike" kern="1200" noProof="0">
                        <a:solidFill>
                          <a:srgbClr val="000000"/>
                        </a:solidFill>
                        <a:latin typeface="Arial"/>
                      </a:endParaRPr>
                    </a:p>
                  </a:txBody>
                  <a:tcPr anchor="ctr"/>
                </a:tc>
                <a:extLst>
                  <a:ext uri="{0D108BD9-81ED-4DB2-BD59-A6C34878D82A}">
                    <a16:rowId xmlns:a16="http://schemas.microsoft.com/office/drawing/2014/main" val="3793019390"/>
                  </a:ext>
                </a:extLst>
              </a:tr>
              <a:tr h="721894">
                <a:tc>
                  <a:txBody>
                    <a:bodyPr/>
                    <a:lstStyle/>
                    <a:p>
                      <a:pPr lvl="0" algn="ctr">
                        <a:lnSpc>
                          <a:spcPct val="100000"/>
                        </a:lnSpc>
                        <a:spcBef>
                          <a:spcPts val="0"/>
                        </a:spcBef>
                        <a:spcAft>
                          <a:spcPts val="0"/>
                        </a:spcAft>
                        <a:buNone/>
                      </a:pPr>
                      <a:r>
                        <a:rPr lang="en-US" sz="1400" b="0" i="0" u="none" strike="noStrike" kern="1200" noProof="0">
                          <a:solidFill>
                            <a:srgbClr val="202124"/>
                          </a:solidFill>
                          <a:latin typeface="Arial"/>
                          <a:ea typeface="+mn-ea"/>
                          <a:cs typeface="+mn-cs"/>
                        </a:rPr>
                        <a:t>4</a:t>
                      </a:r>
                    </a:p>
                  </a:txBody>
                  <a:tcPr anchor="ctr"/>
                </a:tc>
                <a:tc>
                  <a:txBody>
                    <a:bodyPr/>
                    <a:lstStyle/>
                    <a:p>
                      <a:pPr lvl="0" algn="ctr">
                        <a:buNone/>
                      </a:pPr>
                      <a:r>
                        <a:rPr lang="en-US" sz="1400" b="0" i="0" u="none" strike="noStrike" kern="1200" noProof="0">
                          <a:solidFill>
                            <a:srgbClr val="202124"/>
                          </a:solidFill>
                          <a:latin typeface="Arial"/>
                          <a:ea typeface="+mn-ea"/>
                          <a:cs typeface="+mn-cs"/>
                        </a:rPr>
                        <a:t>LALABHAI SEVUSAL WALA</a:t>
                      </a:r>
                      <a:endParaRPr lang="en-US" sz="1400" b="0" i="0" u="none" strike="noStrike" kern="1200">
                        <a:solidFill>
                          <a:srgbClr val="202124"/>
                        </a:solidFill>
                        <a:latin typeface="Arial"/>
                        <a:ea typeface="+mn-ea"/>
                        <a:cs typeface="+mn-cs"/>
                      </a:endParaRPr>
                    </a:p>
                  </a:txBody>
                  <a:tcPr anchor="ctr"/>
                </a:tc>
                <a:tc>
                  <a:txBody>
                    <a:bodyPr/>
                    <a:lstStyle/>
                    <a:p>
                      <a:pPr lvl="0" algn="ctr">
                        <a:buNone/>
                      </a:pPr>
                      <a:r>
                        <a:rPr lang="en-US" sz="1400" b="0" i="0" u="none" strike="noStrike" kern="1200" noProof="0">
                          <a:solidFill>
                            <a:srgbClr val="202124"/>
                          </a:solidFill>
                          <a:latin typeface="Arial"/>
                          <a:ea typeface="+mn-ea"/>
                          <a:cs typeface="+mn-cs"/>
                        </a:rPr>
                        <a:t>Tower Char Rasta, Mandvi, Vadodara, Gujarat 390001</a:t>
                      </a:r>
                      <a:endParaRPr lang="en-US" sz="1400" b="0" i="0" u="none" strike="noStrike" kern="1200">
                        <a:solidFill>
                          <a:srgbClr val="202124"/>
                        </a:solidFill>
                        <a:latin typeface="Arial"/>
                        <a:ea typeface="+mn-ea"/>
                        <a:cs typeface="+mn-cs"/>
                      </a:endParaRPr>
                    </a:p>
                  </a:txBody>
                  <a:tcPr anchor="ctr"/>
                </a:tc>
                <a:tc>
                  <a:txBody>
                    <a:bodyPr/>
                    <a:lstStyle/>
                    <a:p>
                      <a:pPr lvl="0" algn="ctr">
                        <a:buNone/>
                      </a:pPr>
                      <a:r>
                        <a:rPr lang="en-US" sz="1400" b="0" i="0" u="none" strike="noStrike" kern="1200" noProof="0">
                          <a:solidFill>
                            <a:srgbClr val="202124"/>
                          </a:solidFill>
                          <a:latin typeface="Arial"/>
                          <a:ea typeface="+mn-ea"/>
                          <a:cs typeface="+mn-cs"/>
                        </a:rPr>
                        <a:t>22.303508512171934,   </a:t>
                      </a:r>
                      <a:r>
                        <a:rPr lang="en-US" sz="1400" b="0" i="0" u="none" strike="noStrike" kern="1200" noProof="0">
                          <a:solidFill>
                            <a:srgbClr val="202124"/>
                          </a:solidFill>
                          <a:latin typeface="Arial"/>
                        </a:rPr>
                        <a:t>73.20127867008785</a:t>
                      </a:r>
                      <a:endParaRPr lang="en-US" sz="1400" b="0" i="0" u="none" strike="noStrike" kern="1200" noProof="0">
                        <a:solidFill>
                          <a:srgbClr val="000000"/>
                        </a:solidFill>
                        <a:latin typeface="Arial"/>
                      </a:endParaRPr>
                    </a:p>
                  </a:txBody>
                  <a:tcPr anchor="ctr"/>
                </a:tc>
                <a:extLst>
                  <a:ext uri="{0D108BD9-81ED-4DB2-BD59-A6C34878D82A}">
                    <a16:rowId xmlns:a16="http://schemas.microsoft.com/office/drawing/2014/main" val="2597180842"/>
                  </a:ext>
                </a:extLst>
              </a:tr>
            </a:tbl>
          </a:graphicData>
        </a:graphic>
      </p:graphicFrame>
      <p:sp>
        <p:nvSpPr>
          <p:cNvPr id="2" name="TextBox 1">
            <a:extLst>
              <a:ext uri="{FF2B5EF4-FFF2-40B4-BE49-F238E27FC236}">
                <a16:creationId xmlns:a16="http://schemas.microsoft.com/office/drawing/2014/main" id="{0738F7C5-B096-8BB3-F6CE-46EAC645F406}"/>
              </a:ext>
            </a:extLst>
          </p:cNvPr>
          <p:cNvSpPr txBox="1"/>
          <p:nvPr/>
        </p:nvSpPr>
        <p:spPr>
          <a:xfrm>
            <a:off x="612784" y="5340016"/>
            <a:ext cx="11130192" cy="9233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The four AMR devices are installed for Vadodara Gas Limited's (VGL) commercial gas meters in Vadodara, Gujarat. </a:t>
            </a:r>
          </a:p>
          <a:p>
            <a:r>
              <a:rPr lang="en-US"/>
              <a:t>Test Duration : 38-45 Days</a:t>
            </a:r>
          </a:p>
        </p:txBody>
      </p:sp>
    </p:spTree>
    <p:extLst>
      <p:ext uri="{BB962C8B-B14F-4D97-AF65-F5344CB8AC3E}">
        <p14:creationId xmlns:p14="http://schemas.microsoft.com/office/powerpoint/2010/main" val="2730062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5</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b="1" spc="-1">
                <a:solidFill>
                  <a:srgbClr val="262626"/>
                </a:solidFill>
                <a:latin typeface="Calibri"/>
                <a:ea typeface="+mn-lt"/>
                <a:cs typeface="Calibri"/>
              </a:rPr>
              <a:t>Installation Details</a:t>
            </a:r>
            <a:endParaRPr lang="en-US" sz="3600" spc="-1">
              <a:ea typeface="+mn-lt"/>
              <a:cs typeface="+mn-lt"/>
            </a:endParaRP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graphicFrame>
        <p:nvGraphicFramePr>
          <p:cNvPr id="3" name="Table 2">
            <a:extLst>
              <a:ext uri="{FF2B5EF4-FFF2-40B4-BE49-F238E27FC236}">
                <a16:creationId xmlns:a16="http://schemas.microsoft.com/office/drawing/2014/main" id="{7EC48875-FE66-B579-5496-A3AA45979876}"/>
              </a:ext>
            </a:extLst>
          </p:cNvPr>
          <p:cNvGraphicFramePr>
            <a:graphicFrameLocks noGrp="1"/>
          </p:cNvGraphicFramePr>
          <p:nvPr>
            <p:extLst>
              <p:ext uri="{D42A27DB-BD31-4B8C-83A1-F6EECF244321}">
                <p14:modId xmlns:p14="http://schemas.microsoft.com/office/powerpoint/2010/main" val="3312507801"/>
              </p:ext>
            </p:extLst>
          </p:nvPr>
        </p:nvGraphicFramePr>
        <p:xfrm>
          <a:off x="501381" y="1393657"/>
          <a:ext cx="7719281" cy="3983785"/>
        </p:xfrm>
        <a:graphic>
          <a:graphicData uri="http://schemas.openxmlformats.org/drawingml/2006/table">
            <a:tbl>
              <a:tblPr firstRow="1" bandRow="1">
                <a:tableStyleId>{5C22544A-7EE6-4342-B048-85BDC9FD1C3A}</a:tableStyleId>
              </a:tblPr>
              <a:tblGrid>
                <a:gridCol w="1579144">
                  <a:extLst>
                    <a:ext uri="{9D8B030D-6E8A-4147-A177-3AD203B41FA5}">
                      <a16:colId xmlns:a16="http://schemas.microsoft.com/office/drawing/2014/main" val="3458452834"/>
                    </a:ext>
                  </a:extLst>
                </a:gridCol>
                <a:gridCol w="1147124">
                  <a:extLst>
                    <a:ext uri="{9D8B030D-6E8A-4147-A177-3AD203B41FA5}">
                      <a16:colId xmlns:a16="http://schemas.microsoft.com/office/drawing/2014/main" val="1456648886"/>
                    </a:ext>
                  </a:extLst>
                </a:gridCol>
                <a:gridCol w="2316079">
                  <a:extLst>
                    <a:ext uri="{9D8B030D-6E8A-4147-A177-3AD203B41FA5}">
                      <a16:colId xmlns:a16="http://schemas.microsoft.com/office/drawing/2014/main" val="3113937249"/>
                    </a:ext>
                  </a:extLst>
                </a:gridCol>
                <a:gridCol w="1081864">
                  <a:extLst>
                    <a:ext uri="{9D8B030D-6E8A-4147-A177-3AD203B41FA5}">
                      <a16:colId xmlns:a16="http://schemas.microsoft.com/office/drawing/2014/main" val="2882271954"/>
                    </a:ext>
                  </a:extLst>
                </a:gridCol>
                <a:gridCol w="1595070">
                  <a:extLst>
                    <a:ext uri="{9D8B030D-6E8A-4147-A177-3AD203B41FA5}">
                      <a16:colId xmlns:a16="http://schemas.microsoft.com/office/drawing/2014/main" val="4112356846"/>
                    </a:ext>
                  </a:extLst>
                </a:gridCol>
              </a:tblGrid>
              <a:tr h="1338813">
                <a:tc>
                  <a:txBody>
                    <a:bodyPr/>
                    <a:lstStyle/>
                    <a:p>
                      <a:pPr algn="ctr"/>
                      <a:r>
                        <a:rPr lang="en-US"/>
                        <a:t>Device Sr No.</a:t>
                      </a:r>
                    </a:p>
                  </a:txBody>
                  <a:tcPr anchor="ctr"/>
                </a:tc>
                <a:tc>
                  <a:txBody>
                    <a:bodyPr/>
                    <a:lstStyle/>
                    <a:p>
                      <a:pPr lvl="0" algn="ctr">
                        <a:buNone/>
                      </a:pPr>
                      <a:r>
                        <a:rPr lang="en-US" sz="1800" b="1" i="0" u="none" strike="noStrike" noProof="0">
                          <a:solidFill>
                            <a:srgbClr val="FFFFFF"/>
                          </a:solidFill>
                          <a:latin typeface="Arial"/>
                        </a:rPr>
                        <a:t>Meter Number</a:t>
                      </a:r>
                    </a:p>
                  </a:txBody>
                  <a:tcPr anchor="ctr"/>
                </a:tc>
                <a:tc>
                  <a:txBody>
                    <a:bodyPr/>
                    <a:lstStyle/>
                    <a:p>
                      <a:pPr lvl="0" algn="ctr">
                        <a:buNone/>
                      </a:pPr>
                      <a:r>
                        <a:rPr lang="en-US" sz="1800" b="1" i="0" u="none" strike="noStrike" noProof="0">
                          <a:solidFill>
                            <a:srgbClr val="FFFFFF"/>
                          </a:solidFill>
                          <a:latin typeface="Arial"/>
                        </a:rPr>
                        <a:t>Meter Make and Model</a:t>
                      </a:r>
                      <a:endParaRPr lang="en-US"/>
                    </a:p>
                  </a:txBody>
                  <a:tcPr anchor="ctr"/>
                </a:tc>
                <a:tc>
                  <a:txBody>
                    <a:bodyPr/>
                    <a:lstStyle/>
                    <a:p>
                      <a:pPr lvl="0" algn="ctr">
                        <a:buNone/>
                      </a:pPr>
                      <a:r>
                        <a:rPr lang="en-US" sz="1800" b="1" i="0" u="none" strike="noStrike" noProof="0">
                          <a:solidFill>
                            <a:srgbClr val="FFFFFF"/>
                          </a:solidFill>
                          <a:latin typeface="Arial"/>
                        </a:rPr>
                        <a:t>Installation date</a:t>
                      </a:r>
                    </a:p>
                  </a:txBody>
                  <a:tcPr anchor="ctr"/>
                </a:tc>
                <a:tc>
                  <a:txBody>
                    <a:bodyPr/>
                    <a:lstStyle/>
                    <a:p>
                      <a:pPr algn="ctr"/>
                      <a:r>
                        <a:rPr lang="en-US"/>
                        <a:t>Site Name</a:t>
                      </a:r>
                    </a:p>
                  </a:txBody>
                  <a:tcPr anchor="ctr"/>
                </a:tc>
                <a:extLst>
                  <a:ext uri="{0D108BD9-81ED-4DB2-BD59-A6C34878D82A}">
                    <a16:rowId xmlns:a16="http://schemas.microsoft.com/office/drawing/2014/main" val="951110919"/>
                  </a:ext>
                </a:extLst>
              </a:tr>
              <a:tr h="685733">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2326233100002</a:t>
                      </a:r>
                    </a:p>
                  </a:txBody>
                  <a:tcPr anchor="ctr"/>
                </a:tc>
                <a:tc>
                  <a:txBody>
                    <a:bodyPr/>
                    <a:lstStyle/>
                    <a:p>
                      <a:pPr lvl="0" algn="ctr">
                        <a:buNone/>
                      </a:pPr>
                      <a:r>
                        <a:rPr lang="en-US" sz="1400" b="0" i="0" u="none" strike="noStrike" kern="1200" noProof="0">
                          <a:solidFill>
                            <a:srgbClr val="000000"/>
                          </a:solidFill>
                        </a:rPr>
                        <a:t>100209565</a:t>
                      </a:r>
                      <a:endParaRPr lang="en-US" sz="1400"/>
                    </a:p>
                  </a:txBody>
                  <a:tcPr anchor="ctr"/>
                </a:tc>
                <a:tc>
                  <a:txBody>
                    <a:bodyPr/>
                    <a:lstStyle/>
                    <a:p>
                      <a:pPr lvl="0" algn="ctr">
                        <a:buNone/>
                      </a:pPr>
                      <a:r>
                        <a:rPr lang="en-US" sz="1400" b="0" i="0" u="none" strike="noStrike" kern="1200" noProof="0">
                          <a:solidFill>
                            <a:srgbClr val="000000"/>
                          </a:solidFill>
                          <a:latin typeface="Arial"/>
                          <a:ea typeface="+mn-ea"/>
                          <a:cs typeface="+mn-cs"/>
                        </a:rPr>
                        <a:t>Itron GALLUS 2000 G2.5</a:t>
                      </a:r>
                    </a:p>
                  </a:txBody>
                  <a:tcPr anchor="ctr"/>
                </a:tc>
                <a:tc>
                  <a:txBody>
                    <a:bodyPr/>
                    <a:lstStyle/>
                    <a:p>
                      <a:pPr lvl="0" algn="ctr">
                        <a:buNone/>
                      </a:pPr>
                      <a:r>
                        <a:rPr lang="en-US" sz="1400" b="0" i="0" u="none" strike="noStrike" kern="1200" noProof="0">
                          <a:solidFill>
                            <a:srgbClr val="000000"/>
                          </a:solidFill>
                          <a:latin typeface="Arial"/>
                          <a:ea typeface="+mn-ea"/>
                          <a:cs typeface="+mn-cs"/>
                        </a:rPr>
                        <a:t>06/02/2024</a:t>
                      </a:r>
                    </a:p>
                  </a:txBody>
                  <a:tcPr anchor="ctr"/>
                </a:tc>
                <a:tc>
                  <a:txBody>
                    <a:bodyPr/>
                    <a:lstStyle/>
                    <a:p>
                      <a:pPr lvl="0" algn="ctr">
                        <a:buNone/>
                      </a:pPr>
                      <a:r>
                        <a:rPr lang="en-US" sz="1400" b="0" i="0" u="none" strike="noStrike" noProof="0">
                          <a:latin typeface="Arial"/>
                        </a:rPr>
                        <a:t>LAXMI FARSAN HOUSE</a:t>
                      </a:r>
                      <a:endParaRPr lang="en-US" sz="1400"/>
                    </a:p>
                  </a:txBody>
                  <a:tcPr anchor="ctr"/>
                </a:tc>
                <a:extLst>
                  <a:ext uri="{0D108BD9-81ED-4DB2-BD59-A6C34878D82A}">
                    <a16:rowId xmlns:a16="http://schemas.microsoft.com/office/drawing/2014/main" val="3776644733"/>
                  </a:ext>
                </a:extLst>
              </a:tr>
              <a:tr h="636753">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2326233100003</a:t>
                      </a:r>
                      <a:endParaRPr lang="en-US" sz="1400">
                        <a:latin typeface="Arial"/>
                      </a:endParaRPr>
                    </a:p>
                  </a:txBody>
                  <a:tcPr anchor="ctr"/>
                </a:tc>
                <a:tc>
                  <a:txBody>
                    <a:bodyPr/>
                    <a:lstStyle/>
                    <a:p>
                      <a:pPr lvl="0" algn="ctr">
                        <a:buNone/>
                      </a:pPr>
                      <a:r>
                        <a:rPr lang="en-US" sz="1400" b="0" i="0" u="none" strike="noStrike" noProof="0">
                          <a:solidFill>
                            <a:srgbClr val="000000"/>
                          </a:solidFill>
                        </a:rPr>
                        <a:t>100424429</a:t>
                      </a:r>
                      <a:endParaRPr lang="en-US" sz="1400"/>
                    </a:p>
                  </a:txBody>
                  <a:tcPr anchor="ctr"/>
                </a:tc>
                <a:tc>
                  <a:txBody>
                    <a:bodyPr/>
                    <a:lstStyle/>
                    <a:p>
                      <a:pPr lvl="0" algn="ctr">
                        <a:buNone/>
                      </a:pPr>
                      <a:r>
                        <a:rPr lang="en-US" sz="1400" b="0" i="0" u="none" strike="noStrike" noProof="0">
                          <a:solidFill>
                            <a:srgbClr val="000000"/>
                          </a:solidFill>
                          <a:latin typeface="Arial"/>
                        </a:rPr>
                        <a:t>Itron GALLUS 2000 G2.5</a:t>
                      </a:r>
                      <a:endParaRPr lang="en-US" sz="1400"/>
                    </a:p>
                  </a:txBody>
                  <a:tcPr anchor="ctr"/>
                </a:tc>
                <a:tc>
                  <a:txBody>
                    <a:bodyPr/>
                    <a:lstStyle/>
                    <a:p>
                      <a:pPr lvl="0" algn="ctr">
                        <a:buNone/>
                      </a:pPr>
                      <a:r>
                        <a:rPr lang="en-US" sz="1400" b="0" i="0" u="none" strike="noStrike" noProof="0">
                          <a:solidFill>
                            <a:srgbClr val="000000"/>
                          </a:solidFill>
                          <a:latin typeface="Arial"/>
                        </a:rPr>
                        <a:t>10/02/2024</a:t>
                      </a:r>
                      <a:endParaRPr lang="en-US" sz="1400"/>
                    </a:p>
                  </a:txBody>
                  <a:tcPr anchor="ctr"/>
                </a:tc>
                <a:tc>
                  <a:txBody>
                    <a:bodyPr/>
                    <a:lstStyle/>
                    <a:p>
                      <a:pPr lvl="0" algn="ctr">
                        <a:buNone/>
                      </a:pPr>
                      <a:r>
                        <a:rPr lang="en-US" sz="1400" b="0" i="0" u="none" strike="noStrike" noProof="0">
                          <a:latin typeface="Arial"/>
                        </a:rPr>
                        <a:t>Jai Hind Tea shop  </a:t>
                      </a:r>
                      <a:endParaRPr lang="en-US" sz="1400"/>
                    </a:p>
                  </a:txBody>
                  <a:tcPr anchor="ctr"/>
                </a:tc>
                <a:extLst>
                  <a:ext uri="{0D108BD9-81ED-4DB2-BD59-A6C34878D82A}">
                    <a16:rowId xmlns:a16="http://schemas.microsoft.com/office/drawing/2014/main" val="2584783037"/>
                  </a:ext>
                </a:extLst>
              </a:tr>
              <a:tr h="636753">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2326233100004</a:t>
                      </a:r>
                    </a:p>
                  </a:txBody>
                  <a:tcPr anchor="ctr"/>
                </a:tc>
                <a:tc>
                  <a:txBody>
                    <a:bodyPr/>
                    <a:lstStyle/>
                    <a:p>
                      <a:pPr lvl="0" algn="ctr">
                        <a:buNone/>
                      </a:pPr>
                      <a:r>
                        <a:rPr lang="en-US" sz="1400" b="0" i="0" u="none" strike="noStrike" noProof="0">
                          <a:solidFill>
                            <a:srgbClr val="000000"/>
                          </a:solidFill>
                        </a:rPr>
                        <a:t>100209425</a:t>
                      </a:r>
                      <a:endParaRPr lang="en-US" sz="1400"/>
                    </a:p>
                  </a:txBody>
                  <a:tcPr anchor="ctr"/>
                </a:tc>
                <a:tc>
                  <a:txBody>
                    <a:bodyPr/>
                    <a:lstStyle/>
                    <a:p>
                      <a:pPr lvl="0" algn="ctr">
                        <a:buNone/>
                      </a:pPr>
                      <a:r>
                        <a:rPr lang="en-US" sz="1400" b="0" i="0" u="none" strike="noStrike" noProof="0">
                          <a:solidFill>
                            <a:srgbClr val="000000"/>
                          </a:solidFill>
                          <a:latin typeface="Arial"/>
                        </a:rPr>
                        <a:t>Itron GALLUS 2000 G2.5</a:t>
                      </a:r>
                      <a:endParaRPr lang="en-US" sz="1400"/>
                    </a:p>
                  </a:txBody>
                  <a:tcPr anchor="ctr"/>
                </a:tc>
                <a:tc>
                  <a:txBody>
                    <a:bodyPr/>
                    <a:lstStyle/>
                    <a:p>
                      <a:pPr lvl="0" algn="ctr">
                        <a:buNone/>
                      </a:pPr>
                      <a:r>
                        <a:rPr lang="en-US" sz="1400" b="0" i="0" u="none" strike="noStrike" noProof="0">
                          <a:solidFill>
                            <a:srgbClr val="000000"/>
                          </a:solidFill>
                          <a:latin typeface="Arial"/>
                        </a:rPr>
                        <a:t>10/02/2024</a:t>
                      </a:r>
                      <a:endParaRPr lang="en-US" sz="1400"/>
                    </a:p>
                  </a:txBody>
                  <a:tcPr anchor="ctr"/>
                </a:tc>
                <a:tc>
                  <a:txBody>
                    <a:bodyPr/>
                    <a:lstStyle/>
                    <a:p>
                      <a:pPr lvl="0" algn="ctr">
                        <a:buNone/>
                      </a:pPr>
                      <a:r>
                        <a:rPr lang="en-US" sz="1400" b="0" i="0" u="none" strike="noStrike" noProof="0">
                          <a:latin typeface="Arial"/>
                        </a:rPr>
                        <a:t>Gokaldas </a:t>
                      </a:r>
                      <a:r>
                        <a:rPr lang="en-US" sz="1400" b="0" i="0" u="none" strike="noStrike" noProof="0" err="1">
                          <a:latin typeface="Arial"/>
                        </a:rPr>
                        <a:t>Mithaiwala</a:t>
                      </a:r>
                      <a:endParaRPr lang="en-US" sz="1400"/>
                    </a:p>
                  </a:txBody>
                  <a:tcPr anchor="ctr"/>
                </a:tc>
                <a:extLst>
                  <a:ext uri="{0D108BD9-81ED-4DB2-BD59-A6C34878D82A}">
                    <a16:rowId xmlns:a16="http://schemas.microsoft.com/office/drawing/2014/main" val="3793019390"/>
                  </a:ext>
                </a:extLst>
              </a:tr>
              <a:tr h="685733">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2326233100005</a:t>
                      </a:r>
                    </a:p>
                  </a:txBody>
                  <a:tcPr anchor="ctr"/>
                </a:tc>
                <a:tc>
                  <a:txBody>
                    <a:bodyPr/>
                    <a:lstStyle/>
                    <a:p>
                      <a:pPr lvl="0" algn="ctr">
                        <a:buNone/>
                      </a:pPr>
                      <a:r>
                        <a:rPr lang="en-US" sz="1400" b="0" i="0" u="none" strike="noStrike" kern="1200" noProof="0">
                          <a:solidFill>
                            <a:srgbClr val="000000"/>
                          </a:solidFill>
                        </a:rPr>
                        <a:t>150609087</a:t>
                      </a:r>
                      <a:endParaRPr lang="en-US" sz="1400"/>
                    </a:p>
                  </a:txBody>
                  <a:tcPr anchor="ctr"/>
                </a:tc>
                <a:tc>
                  <a:txBody>
                    <a:bodyPr/>
                    <a:lstStyle/>
                    <a:p>
                      <a:pPr lvl="0" algn="ctr">
                        <a:buNone/>
                      </a:pPr>
                      <a:r>
                        <a:rPr lang="en-US" sz="1400" b="0" i="0" u="none" strike="noStrike" kern="1200" noProof="0">
                          <a:solidFill>
                            <a:srgbClr val="000000"/>
                          </a:solidFill>
                          <a:latin typeface="Arial"/>
                        </a:rPr>
                        <a:t>Itron GALLUS G2.5</a:t>
                      </a:r>
                      <a:endParaRPr lang="en-US" sz="1400"/>
                    </a:p>
                  </a:txBody>
                  <a:tcPr anchor="ctr"/>
                </a:tc>
                <a:tc>
                  <a:txBody>
                    <a:bodyPr/>
                    <a:lstStyle/>
                    <a:p>
                      <a:pPr lvl="0" algn="ctr">
                        <a:buNone/>
                      </a:pPr>
                      <a:r>
                        <a:rPr lang="en-US" sz="1400" b="0" i="0" u="none" strike="noStrike" kern="1200" noProof="0">
                          <a:solidFill>
                            <a:srgbClr val="000000"/>
                          </a:solidFill>
                          <a:latin typeface="Arial"/>
                        </a:rPr>
                        <a:t>06/02/2024</a:t>
                      </a:r>
                      <a:endParaRPr lang="en-US" sz="1400"/>
                    </a:p>
                  </a:txBody>
                  <a:tcPr anchor="ctr"/>
                </a:tc>
                <a:tc>
                  <a:txBody>
                    <a:bodyPr/>
                    <a:lstStyle/>
                    <a:p>
                      <a:pPr lvl="0" algn="ctr">
                        <a:buNone/>
                      </a:pPr>
                      <a:r>
                        <a:rPr lang="en-US" sz="1400" b="0" i="0" u="none" strike="noStrike" noProof="0">
                          <a:latin typeface="Arial"/>
                        </a:rPr>
                        <a:t>LALABHAI SEVUSAL WALA</a:t>
                      </a:r>
                      <a:endParaRPr lang="en-US" sz="1400"/>
                    </a:p>
                  </a:txBody>
                  <a:tcPr anchor="ctr"/>
                </a:tc>
                <a:extLst>
                  <a:ext uri="{0D108BD9-81ED-4DB2-BD59-A6C34878D82A}">
                    <a16:rowId xmlns:a16="http://schemas.microsoft.com/office/drawing/2014/main" val="2597180842"/>
                  </a:ext>
                </a:extLst>
              </a:tr>
            </a:tbl>
          </a:graphicData>
        </a:graphic>
      </p:graphicFrame>
      <p:sp>
        <p:nvSpPr>
          <p:cNvPr id="2" name="TextBox 1">
            <a:extLst>
              <a:ext uri="{FF2B5EF4-FFF2-40B4-BE49-F238E27FC236}">
                <a16:creationId xmlns:a16="http://schemas.microsoft.com/office/drawing/2014/main" id="{90FE4140-0B7D-71C0-A7F8-4AE1AE6946E6}"/>
              </a:ext>
            </a:extLst>
          </p:cNvPr>
          <p:cNvSpPr txBox="1"/>
          <p:nvPr/>
        </p:nvSpPr>
        <p:spPr>
          <a:xfrm>
            <a:off x="577486" y="5731443"/>
            <a:ext cx="1117019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Test Duration: Devices 2, 3, and 5 have run times of 42 days, whereas Device 4 has a run time of 38 days (w.r.t 19/03/2024).</a:t>
            </a:r>
            <a:endParaRPr lang="en-US"/>
          </a:p>
        </p:txBody>
      </p:sp>
      <p:pic>
        <p:nvPicPr>
          <p:cNvPr id="4" name="Picture 3" descr="A white box with a black cord and yellow pipes&#10;&#10;Description automatically generated">
            <a:extLst>
              <a:ext uri="{FF2B5EF4-FFF2-40B4-BE49-F238E27FC236}">
                <a16:creationId xmlns:a16="http://schemas.microsoft.com/office/drawing/2014/main" id="{8EE55252-6036-5396-01F8-49DC17B237D9}"/>
              </a:ext>
            </a:extLst>
          </p:cNvPr>
          <p:cNvPicPr>
            <a:picLocks noChangeAspect="1"/>
          </p:cNvPicPr>
          <p:nvPr/>
        </p:nvPicPr>
        <p:blipFill rotWithShape="1">
          <a:blip r:embed="rId3"/>
          <a:srcRect t="-280" r="-375"/>
          <a:stretch/>
        </p:blipFill>
        <p:spPr>
          <a:xfrm>
            <a:off x="8606199" y="1421428"/>
            <a:ext cx="3098064" cy="4126329"/>
          </a:xfrm>
          <a:prstGeom prst="rect">
            <a:avLst/>
          </a:prstGeom>
        </p:spPr>
      </p:pic>
    </p:spTree>
    <p:extLst>
      <p:ext uri="{BB962C8B-B14F-4D97-AF65-F5344CB8AC3E}">
        <p14:creationId xmlns:p14="http://schemas.microsoft.com/office/powerpoint/2010/main" val="2584874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6</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b="1" spc="-1">
                <a:solidFill>
                  <a:srgbClr val="262626"/>
                </a:solidFill>
                <a:latin typeface="Calibri"/>
                <a:ea typeface="+mn-lt"/>
                <a:cs typeface="Calibri"/>
              </a:rPr>
              <a:t>Initial Reading Details</a:t>
            </a:r>
            <a:endParaRPr lang="en-US" sz="3600" spc="-1">
              <a:ea typeface="+mn-lt"/>
              <a:cs typeface="+mn-lt"/>
            </a:endParaRP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graphicFrame>
        <p:nvGraphicFramePr>
          <p:cNvPr id="3" name="Table 2">
            <a:extLst>
              <a:ext uri="{FF2B5EF4-FFF2-40B4-BE49-F238E27FC236}">
                <a16:creationId xmlns:a16="http://schemas.microsoft.com/office/drawing/2014/main" id="{7EC48875-FE66-B579-5496-A3AA45979876}"/>
              </a:ext>
            </a:extLst>
          </p:cNvPr>
          <p:cNvGraphicFramePr>
            <a:graphicFrameLocks noGrp="1"/>
          </p:cNvGraphicFramePr>
          <p:nvPr>
            <p:extLst>
              <p:ext uri="{D42A27DB-BD31-4B8C-83A1-F6EECF244321}">
                <p14:modId xmlns:p14="http://schemas.microsoft.com/office/powerpoint/2010/main" val="410357971"/>
              </p:ext>
            </p:extLst>
          </p:nvPr>
        </p:nvGraphicFramePr>
        <p:xfrm>
          <a:off x="435283" y="1379992"/>
          <a:ext cx="11441134" cy="4725142"/>
        </p:xfrm>
        <a:graphic>
          <a:graphicData uri="http://schemas.openxmlformats.org/drawingml/2006/table">
            <a:tbl>
              <a:tblPr firstRow="1" bandRow="1">
                <a:tableStyleId>{5C22544A-7EE6-4342-B048-85BDC9FD1C3A}</a:tableStyleId>
              </a:tblPr>
              <a:tblGrid>
                <a:gridCol w="1315232">
                  <a:extLst>
                    <a:ext uri="{9D8B030D-6E8A-4147-A177-3AD203B41FA5}">
                      <a16:colId xmlns:a16="http://schemas.microsoft.com/office/drawing/2014/main" val="2409352111"/>
                    </a:ext>
                  </a:extLst>
                </a:gridCol>
                <a:gridCol w="1221287">
                  <a:extLst>
                    <a:ext uri="{9D8B030D-6E8A-4147-A177-3AD203B41FA5}">
                      <a16:colId xmlns:a16="http://schemas.microsoft.com/office/drawing/2014/main" val="3458452834"/>
                    </a:ext>
                  </a:extLst>
                </a:gridCol>
                <a:gridCol w="1699460">
                  <a:extLst>
                    <a:ext uri="{9D8B030D-6E8A-4147-A177-3AD203B41FA5}">
                      <a16:colId xmlns:a16="http://schemas.microsoft.com/office/drawing/2014/main" val="2337224837"/>
                    </a:ext>
                  </a:extLst>
                </a:gridCol>
                <a:gridCol w="1578661">
                  <a:extLst>
                    <a:ext uri="{9D8B030D-6E8A-4147-A177-3AD203B41FA5}">
                      <a16:colId xmlns:a16="http://schemas.microsoft.com/office/drawing/2014/main" val="1456648886"/>
                    </a:ext>
                  </a:extLst>
                </a:gridCol>
                <a:gridCol w="897213">
                  <a:extLst>
                    <a:ext uri="{9D8B030D-6E8A-4147-A177-3AD203B41FA5}">
                      <a16:colId xmlns:a16="http://schemas.microsoft.com/office/drawing/2014/main" val="2882271954"/>
                    </a:ext>
                  </a:extLst>
                </a:gridCol>
                <a:gridCol w="4729281">
                  <a:extLst>
                    <a:ext uri="{9D8B030D-6E8A-4147-A177-3AD203B41FA5}">
                      <a16:colId xmlns:a16="http://schemas.microsoft.com/office/drawing/2014/main" val="4112356846"/>
                    </a:ext>
                  </a:extLst>
                </a:gridCol>
              </a:tblGrid>
              <a:tr h="702165">
                <a:tc gridSpan="3">
                  <a:txBody>
                    <a:bodyPr/>
                    <a:lstStyle/>
                    <a:p>
                      <a:pPr lvl="0" algn="ctr">
                        <a:buNone/>
                      </a:pPr>
                      <a:r>
                        <a:rPr lang="en-US"/>
                        <a:t>Meter Initial count</a:t>
                      </a:r>
                    </a:p>
                  </a:txBody>
                  <a:tcPr anchor="ctr"/>
                </a:tc>
                <a:tc hMerge="1">
                  <a:txBody>
                    <a:bodyPr/>
                    <a:lstStyle/>
                    <a:p>
                      <a:endParaRPr lang="en-US"/>
                    </a:p>
                  </a:txBody>
                  <a:tcPr anchor="ctr"/>
                </a:tc>
                <a:tc hMerge="1">
                  <a:txBody>
                    <a:bodyPr/>
                    <a:lstStyle/>
                    <a:p>
                      <a:endParaRPr lang="en-US"/>
                    </a:p>
                  </a:txBody>
                  <a:tcPr anchor="ctr"/>
                </a:tc>
                <a:tc gridSpan="3">
                  <a:txBody>
                    <a:bodyPr/>
                    <a:lstStyle/>
                    <a:p>
                      <a:pPr lvl="0" algn="ctr">
                        <a:buNone/>
                      </a:pPr>
                      <a:r>
                        <a:rPr lang="en-US" sz="1800" b="1" i="0" u="none" strike="noStrike" noProof="0">
                          <a:solidFill>
                            <a:srgbClr val="FFFFFF"/>
                          </a:solidFill>
                          <a:latin typeface="Arial"/>
                        </a:rPr>
                        <a:t>AMR Initial count</a:t>
                      </a:r>
                      <a:endParaRPr lang="en-US"/>
                    </a:p>
                  </a:txBody>
                  <a:tcPr anchor="ctr"/>
                </a:tc>
                <a:tc hMerge="1">
                  <a:txBody>
                    <a:bodyPr/>
                    <a:lstStyle/>
                    <a:p>
                      <a:endParaRPr lang="en-US"/>
                    </a:p>
                  </a:txBody>
                  <a:tcPr anchor="ctr"/>
                </a:tc>
                <a:tc hMerge="1">
                  <a:txBody>
                    <a:bodyPr/>
                    <a:lstStyle/>
                    <a:p>
                      <a:endParaRPr lang="en-US"/>
                    </a:p>
                  </a:txBody>
                  <a:tcPr anchor="ctr"/>
                </a:tc>
                <a:extLst>
                  <a:ext uri="{0D108BD9-81ED-4DB2-BD59-A6C34878D82A}">
                    <a16:rowId xmlns:a16="http://schemas.microsoft.com/office/drawing/2014/main" val="3989097439"/>
                  </a:ext>
                </a:extLst>
              </a:tr>
              <a:tr h="709808">
                <a:tc>
                  <a:txBody>
                    <a:bodyPr/>
                    <a:lstStyle/>
                    <a:p>
                      <a:pPr lvl="0" algn="ctr">
                        <a:lnSpc>
                          <a:spcPct val="100000"/>
                        </a:lnSpc>
                        <a:spcBef>
                          <a:spcPts val="0"/>
                        </a:spcBef>
                        <a:spcAft>
                          <a:spcPts val="0"/>
                        </a:spcAft>
                        <a:buNone/>
                      </a:pPr>
                      <a:r>
                        <a:rPr lang="en-US" sz="1800" b="1" i="0" u="none" strike="noStrike" noProof="0">
                          <a:solidFill>
                            <a:schemeClr val="tx1"/>
                          </a:solidFill>
                          <a:latin typeface="Arial"/>
                        </a:rPr>
                        <a:t>Meter Number</a:t>
                      </a:r>
                      <a:endParaRPr lang="en-US" sz="1800" b="0" i="0" u="none" strike="noStrike" noProof="0">
                        <a:solidFill>
                          <a:schemeClr val="tx1"/>
                        </a:solidFill>
                        <a:latin typeface="Arial"/>
                      </a:endParaRPr>
                    </a:p>
                  </a:txBody>
                  <a:tcPr anchor="ctr"/>
                </a:tc>
                <a:tc>
                  <a:txBody>
                    <a:bodyPr/>
                    <a:lstStyle/>
                    <a:p>
                      <a:pPr algn="ctr"/>
                      <a:r>
                        <a:rPr lang="en-US" sz="1800" b="1" i="0" u="none" strike="noStrike" kern="1200">
                          <a:solidFill>
                            <a:schemeClr val="tx1"/>
                          </a:solidFill>
                          <a:latin typeface="Arial"/>
                          <a:ea typeface="+mn-ea"/>
                          <a:cs typeface="+mn-cs"/>
                        </a:rPr>
                        <a:t>Meter Reading</a:t>
                      </a:r>
                    </a:p>
                  </a:txBody>
                  <a:tcPr anchor="ctr"/>
                </a:tc>
                <a:tc>
                  <a:txBody>
                    <a:bodyPr/>
                    <a:lstStyle/>
                    <a:p>
                      <a:pPr lvl="0" algn="ctr">
                        <a:buNone/>
                      </a:pPr>
                      <a:r>
                        <a:rPr lang="en-US" sz="1800" b="1" i="0" u="none" strike="noStrike" noProof="0">
                          <a:solidFill>
                            <a:schemeClr val="tx1"/>
                          </a:solidFill>
                          <a:latin typeface="Arial"/>
                        </a:rPr>
                        <a:t>Capture  Image</a:t>
                      </a:r>
                    </a:p>
                  </a:txBody>
                  <a:tcPr anchor="ctr"/>
                </a:tc>
                <a:tc>
                  <a:txBody>
                    <a:bodyPr/>
                    <a:lstStyle/>
                    <a:p>
                      <a:pPr lvl="0" algn="ctr">
                        <a:buNone/>
                      </a:pPr>
                      <a:r>
                        <a:rPr lang="en-US" sz="1800" b="1" i="0" u="none" strike="noStrike" kern="1200">
                          <a:solidFill>
                            <a:schemeClr val="tx1"/>
                          </a:solidFill>
                          <a:latin typeface="Arial"/>
                          <a:ea typeface="+mn-ea"/>
                          <a:cs typeface="+mn-cs"/>
                        </a:rPr>
                        <a:t>Device Sr No.</a:t>
                      </a:r>
                    </a:p>
                  </a:txBody>
                  <a:tcPr anchor="ctr"/>
                </a:tc>
                <a:tc>
                  <a:txBody>
                    <a:bodyPr/>
                    <a:lstStyle/>
                    <a:p>
                      <a:pPr lvl="0" algn="ctr">
                        <a:buNone/>
                      </a:pPr>
                      <a:r>
                        <a:rPr lang="en-US" sz="1800" b="1" i="0" u="none" strike="noStrike" kern="1200">
                          <a:solidFill>
                            <a:schemeClr val="tx1"/>
                          </a:solidFill>
                          <a:latin typeface="Arial"/>
                          <a:ea typeface="+mn-ea"/>
                          <a:cs typeface="+mn-cs"/>
                        </a:rPr>
                        <a:t>AMR  Reading</a:t>
                      </a:r>
                    </a:p>
                  </a:txBody>
                  <a:tcPr anchor="ctr"/>
                </a:tc>
                <a:tc>
                  <a:txBody>
                    <a:bodyPr/>
                    <a:lstStyle/>
                    <a:p>
                      <a:pPr lvl="0" algn="ctr">
                        <a:buNone/>
                      </a:pPr>
                      <a:r>
                        <a:rPr lang="en-US" sz="1800" b="1" i="0" u="none" strike="noStrike" noProof="0">
                          <a:solidFill>
                            <a:schemeClr val="tx1"/>
                          </a:solidFill>
                          <a:latin typeface="Arial"/>
                        </a:rPr>
                        <a:t>Capture Image</a:t>
                      </a:r>
                    </a:p>
                  </a:txBody>
                  <a:tcPr anchor="ctr"/>
                </a:tc>
                <a:extLst>
                  <a:ext uri="{0D108BD9-81ED-4DB2-BD59-A6C34878D82A}">
                    <a16:rowId xmlns:a16="http://schemas.microsoft.com/office/drawing/2014/main" val="951110919"/>
                  </a:ext>
                </a:extLst>
              </a:tr>
              <a:tr h="1002082">
                <a:tc>
                  <a:txBody>
                    <a:bodyPr/>
                    <a:lstStyle/>
                    <a:p>
                      <a:pPr lvl="0" algn="ctr">
                        <a:buNone/>
                      </a:pPr>
                      <a:r>
                        <a:rPr lang="en-US" sz="1400" b="0" i="0" u="none" strike="noStrike" kern="1200" noProof="0">
                          <a:solidFill>
                            <a:srgbClr val="000000"/>
                          </a:solidFill>
                        </a:rPr>
                        <a:t>100209565</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13384.02</a:t>
                      </a:r>
                      <a:endParaRPr lang="en-US" sz="1400"/>
                    </a:p>
                  </a:txBody>
                  <a:tcPr anchor="ctr"/>
                </a:tc>
                <a:tc>
                  <a:txBody>
                    <a:bodyPr/>
                    <a:lstStyle/>
                    <a:p>
                      <a:pPr lvl="0" algn="ctr">
                        <a:buNone/>
                      </a:pPr>
                      <a:endParaRPr lang="en-US" sz="1400" b="0" i="0" u="none" strike="noStrike" kern="1200" noProof="0">
                        <a:solidFill>
                          <a:srgbClr val="000000"/>
                        </a:solidFill>
                        <a:latin typeface="Arial"/>
                        <a:ea typeface="+mn-ea"/>
                        <a:cs typeface="+mn-cs"/>
                      </a:endParaRPr>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2326233100002</a:t>
                      </a:r>
                      <a:endParaRPr lang="en-US" sz="1400"/>
                    </a:p>
                  </a:txBody>
                  <a:tcPr anchor="ctr"/>
                </a:tc>
                <a:tc>
                  <a:txBody>
                    <a:bodyPr/>
                    <a:lstStyle/>
                    <a:p>
                      <a:pPr lvl="0" algn="ctr">
                        <a:buNone/>
                      </a:pPr>
                      <a:r>
                        <a:rPr lang="en-US" sz="1400" b="0" i="0" u="none" strike="noStrike" kern="1200" noProof="0">
                          <a:solidFill>
                            <a:srgbClr val="000000"/>
                          </a:solidFill>
                        </a:rPr>
                        <a:t>0</a:t>
                      </a:r>
                    </a:p>
                  </a:txBody>
                  <a:tcPr anchor="ctr"/>
                </a:tc>
                <a:tc>
                  <a:txBody>
                    <a:bodyPr/>
                    <a:lstStyle/>
                    <a:p>
                      <a:pPr lvl="0" algn="ctr">
                        <a:buNone/>
                      </a:pPr>
                      <a:endParaRPr lang="en-US" sz="1000" b="0" i="0" u="none" strike="noStrike" noProof="0">
                        <a:latin typeface="Arial"/>
                      </a:endParaRPr>
                    </a:p>
                  </a:txBody>
                  <a:tcPr anchor="ctr"/>
                </a:tc>
                <a:extLst>
                  <a:ext uri="{0D108BD9-81ED-4DB2-BD59-A6C34878D82A}">
                    <a16:rowId xmlns:a16="http://schemas.microsoft.com/office/drawing/2014/main" val="3776644733"/>
                  </a:ext>
                </a:extLst>
              </a:tr>
              <a:tr h="702165">
                <a:tc>
                  <a:txBody>
                    <a:bodyPr/>
                    <a:lstStyle/>
                    <a:p>
                      <a:pPr lvl="0" algn="ctr">
                        <a:buNone/>
                      </a:pPr>
                      <a:r>
                        <a:rPr lang="en-US" sz="1400" b="0" i="0" u="none" strike="noStrike" noProof="0">
                          <a:solidFill>
                            <a:srgbClr val="000000"/>
                          </a:solidFill>
                        </a:rPr>
                        <a:t>100424429</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30580.31</a:t>
                      </a:r>
                      <a:endParaRPr lang="en-US" sz="1400" b="0" i="0" u="none" strike="noStrike" noProof="0">
                        <a:solidFill>
                          <a:srgbClr val="000000"/>
                        </a:solidFill>
                      </a:endParaRPr>
                    </a:p>
                  </a:txBody>
                  <a:tcPr anchor="ctr"/>
                </a:tc>
                <a:tc>
                  <a:txBody>
                    <a:bodyPr/>
                    <a:lstStyle/>
                    <a:p>
                      <a:pPr lvl="0" algn="ctr">
                        <a:buNone/>
                      </a:pPr>
                      <a:endParaRPr lang="en-US" sz="1400" b="0" i="0" u="none" strike="noStrike" noProof="0">
                        <a:solidFill>
                          <a:srgbClr val="000000"/>
                        </a:solidFill>
                        <a:latin typeface="Arial"/>
                      </a:endParaRPr>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2326233100003</a:t>
                      </a:r>
                      <a:endParaRPr lang="en-US" sz="1400">
                        <a:latin typeface="Arial"/>
                      </a:endParaRPr>
                    </a:p>
                  </a:txBody>
                  <a:tcPr anchor="ctr"/>
                </a:tc>
                <a:tc>
                  <a:txBody>
                    <a:bodyPr/>
                    <a:lstStyle/>
                    <a:p>
                      <a:pPr lvl="0" algn="ctr">
                        <a:buNone/>
                      </a:pPr>
                      <a:r>
                        <a:rPr lang="en-US" sz="1400" b="0" i="0" u="none" strike="noStrike" noProof="0">
                          <a:solidFill>
                            <a:srgbClr val="000000"/>
                          </a:solidFill>
                          <a:latin typeface="Arial"/>
                        </a:rPr>
                        <a:t>0</a:t>
                      </a:r>
                    </a:p>
                  </a:txBody>
                  <a:tcPr anchor="ctr"/>
                </a:tc>
                <a:tc>
                  <a:txBody>
                    <a:bodyPr/>
                    <a:lstStyle/>
                    <a:p>
                      <a:pPr lvl="0" algn="ctr">
                        <a:buNone/>
                      </a:pPr>
                      <a:endParaRPr lang="en-US" sz="1000" b="0" i="0" u="none" strike="noStrike" noProof="0">
                        <a:latin typeface="Arial"/>
                      </a:endParaRPr>
                    </a:p>
                  </a:txBody>
                  <a:tcPr anchor="ctr"/>
                </a:tc>
                <a:extLst>
                  <a:ext uri="{0D108BD9-81ED-4DB2-BD59-A6C34878D82A}">
                    <a16:rowId xmlns:a16="http://schemas.microsoft.com/office/drawing/2014/main" val="2584783037"/>
                  </a:ext>
                </a:extLst>
              </a:tr>
              <a:tr h="702165">
                <a:tc>
                  <a:txBody>
                    <a:bodyPr/>
                    <a:lstStyle/>
                    <a:p>
                      <a:pPr lvl="0" algn="ctr">
                        <a:buNone/>
                      </a:pPr>
                      <a:r>
                        <a:rPr lang="en-US" sz="1400" b="0" i="0" u="none" strike="noStrike" noProof="0">
                          <a:solidFill>
                            <a:srgbClr val="000000"/>
                          </a:solidFill>
                        </a:rPr>
                        <a:t>100209425</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rPr>
                        <a:t>16976.55</a:t>
                      </a:r>
                      <a:endParaRPr lang="en-US" sz="1400"/>
                    </a:p>
                  </a:txBody>
                  <a:tcPr anchor="ctr"/>
                </a:tc>
                <a:tc>
                  <a:txBody>
                    <a:bodyPr/>
                    <a:lstStyle/>
                    <a:p>
                      <a:pPr lvl="0" algn="ctr">
                        <a:buNone/>
                      </a:pPr>
                      <a:endParaRPr lang="en-US" sz="1400" b="0" i="0" u="none" strike="noStrike" noProof="0">
                        <a:solidFill>
                          <a:srgbClr val="000000"/>
                        </a:solidFill>
                        <a:latin typeface="Arial"/>
                      </a:endParaRPr>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2326233100004</a:t>
                      </a:r>
                      <a:endParaRPr lang="en-US" sz="1400"/>
                    </a:p>
                  </a:txBody>
                  <a:tcPr anchor="ctr"/>
                </a:tc>
                <a:tc>
                  <a:txBody>
                    <a:bodyPr/>
                    <a:lstStyle/>
                    <a:p>
                      <a:pPr lvl="0" algn="ctr">
                        <a:buNone/>
                      </a:pPr>
                      <a:r>
                        <a:rPr lang="en-US" sz="1400" b="0" i="0" u="none" strike="noStrike" noProof="0">
                          <a:solidFill>
                            <a:srgbClr val="000000"/>
                          </a:solidFill>
                          <a:latin typeface="Arial"/>
                        </a:rPr>
                        <a:t>0</a:t>
                      </a:r>
                    </a:p>
                  </a:txBody>
                  <a:tcPr anchor="ctr"/>
                </a:tc>
                <a:tc>
                  <a:txBody>
                    <a:bodyPr/>
                    <a:lstStyle/>
                    <a:p>
                      <a:pPr lvl="0" algn="ctr">
                        <a:buNone/>
                      </a:pPr>
                      <a:endParaRPr lang="en-US" sz="1000" b="0" i="0" u="none" strike="noStrike" noProof="0">
                        <a:latin typeface="Arial"/>
                      </a:endParaRPr>
                    </a:p>
                  </a:txBody>
                  <a:tcPr anchor="ctr"/>
                </a:tc>
                <a:extLst>
                  <a:ext uri="{0D108BD9-81ED-4DB2-BD59-A6C34878D82A}">
                    <a16:rowId xmlns:a16="http://schemas.microsoft.com/office/drawing/2014/main" val="3793019390"/>
                  </a:ext>
                </a:extLst>
              </a:tr>
              <a:tr h="702165">
                <a:tc>
                  <a:txBody>
                    <a:bodyPr/>
                    <a:lstStyle/>
                    <a:p>
                      <a:pPr lvl="0" algn="ctr">
                        <a:buNone/>
                      </a:pPr>
                      <a:r>
                        <a:rPr lang="en-US" sz="1400" b="0" i="0" u="none" strike="noStrike" kern="1200" noProof="0">
                          <a:solidFill>
                            <a:srgbClr val="000000"/>
                          </a:solidFill>
                        </a:rPr>
                        <a:t>150609087</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rPr>
                        <a:t>21431.71</a:t>
                      </a:r>
                      <a:endParaRPr lang="en-US" sz="1400"/>
                    </a:p>
                  </a:txBody>
                  <a:tcPr anchor="ctr"/>
                </a:tc>
                <a:tc>
                  <a:txBody>
                    <a:bodyPr/>
                    <a:lstStyle/>
                    <a:p>
                      <a:pPr lvl="0" algn="ctr">
                        <a:buNone/>
                      </a:pPr>
                      <a:endParaRPr lang="en-US" sz="1400" b="0" i="0" u="none" strike="noStrike" kern="1200" noProof="0">
                        <a:solidFill>
                          <a:srgbClr val="000000"/>
                        </a:solidFill>
                        <a:latin typeface="Arial"/>
                        <a:ea typeface="+mn-ea"/>
                        <a:cs typeface="+mn-cs"/>
                      </a:endParaRPr>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2326233100005</a:t>
                      </a:r>
                      <a:endParaRPr lang="en-US" sz="1400"/>
                    </a:p>
                  </a:txBody>
                  <a:tcPr anchor="ctr"/>
                </a:tc>
                <a:tc>
                  <a:txBody>
                    <a:bodyPr/>
                    <a:lstStyle/>
                    <a:p>
                      <a:pPr lvl="0" algn="ctr">
                        <a:buNone/>
                      </a:pPr>
                      <a:r>
                        <a:rPr lang="en-US" sz="1400" b="0" i="0" u="none" strike="noStrike" kern="1200" noProof="0">
                          <a:solidFill>
                            <a:srgbClr val="000000"/>
                          </a:solidFill>
                          <a:latin typeface="Arial"/>
                        </a:rPr>
                        <a:t>0</a:t>
                      </a:r>
                    </a:p>
                  </a:txBody>
                  <a:tcPr anchor="ctr"/>
                </a:tc>
                <a:tc>
                  <a:txBody>
                    <a:bodyPr/>
                    <a:lstStyle/>
                    <a:p>
                      <a:pPr lvl="0" algn="ctr">
                        <a:buNone/>
                      </a:pPr>
                      <a:endParaRPr lang="en-US" sz="1000" b="0" i="0" u="none" strike="noStrike" noProof="0">
                        <a:latin typeface="Arial"/>
                      </a:endParaRPr>
                    </a:p>
                  </a:txBody>
                  <a:tcPr anchor="ctr"/>
                </a:tc>
                <a:extLst>
                  <a:ext uri="{0D108BD9-81ED-4DB2-BD59-A6C34878D82A}">
                    <a16:rowId xmlns:a16="http://schemas.microsoft.com/office/drawing/2014/main" val="2597180842"/>
                  </a:ext>
                </a:extLst>
              </a:tr>
            </a:tbl>
          </a:graphicData>
        </a:graphic>
      </p:graphicFrame>
      <p:pic>
        <p:nvPicPr>
          <p:cNvPr id="2" name="Picture 1" descr="A close up of a meter&#10;&#10;Description automatically generated">
            <a:extLst>
              <a:ext uri="{FF2B5EF4-FFF2-40B4-BE49-F238E27FC236}">
                <a16:creationId xmlns:a16="http://schemas.microsoft.com/office/drawing/2014/main" id="{ABB10B1D-941B-1F7D-178C-AB691EFFB26E}"/>
              </a:ext>
            </a:extLst>
          </p:cNvPr>
          <p:cNvPicPr>
            <a:picLocks noChangeAspect="1"/>
          </p:cNvPicPr>
          <p:nvPr/>
        </p:nvPicPr>
        <p:blipFill>
          <a:blip r:embed="rId3"/>
          <a:stretch>
            <a:fillRect/>
          </a:stretch>
        </p:blipFill>
        <p:spPr>
          <a:xfrm>
            <a:off x="3034073" y="2998005"/>
            <a:ext cx="1518231" cy="970768"/>
          </a:xfrm>
          <a:prstGeom prst="rect">
            <a:avLst/>
          </a:prstGeom>
        </p:spPr>
      </p:pic>
      <p:pic>
        <p:nvPicPr>
          <p:cNvPr id="5" name="Picture 4" descr="A close up of a meter&#10;&#10;Description automatically generated">
            <a:extLst>
              <a:ext uri="{FF2B5EF4-FFF2-40B4-BE49-F238E27FC236}">
                <a16:creationId xmlns:a16="http://schemas.microsoft.com/office/drawing/2014/main" id="{573545E8-7FFE-33B1-A952-564A9849BF33}"/>
              </a:ext>
            </a:extLst>
          </p:cNvPr>
          <p:cNvPicPr>
            <a:picLocks noChangeAspect="1"/>
          </p:cNvPicPr>
          <p:nvPr/>
        </p:nvPicPr>
        <p:blipFill>
          <a:blip r:embed="rId4"/>
          <a:stretch>
            <a:fillRect/>
          </a:stretch>
        </p:blipFill>
        <p:spPr>
          <a:xfrm>
            <a:off x="3310220" y="4718703"/>
            <a:ext cx="903296" cy="619125"/>
          </a:xfrm>
          <a:prstGeom prst="rect">
            <a:avLst/>
          </a:prstGeom>
        </p:spPr>
      </p:pic>
      <p:pic>
        <p:nvPicPr>
          <p:cNvPr id="6" name="Picture 5" descr="A close up of a meter&#10;&#10;Description automatically generated">
            <a:extLst>
              <a:ext uri="{FF2B5EF4-FFF2-40B4-BE49-F238E27FC236}">
                <a16:creationId xmlns:a16="http://schemas.microsoft.com/office/drawing/2014/main" id="{E2AB6FF8-3475-3C29-1BA8-748A961D973A}"/>
              </a:ext>
            </a:extLst>
          </p:cNvPr>
          <p:cNvPicPr>
            <a:picLocks noChangeAspect="1"/>
          </p:cNvPicPr>
          <p:nvPr/>
        </p:nvPicPr>
        <p:blipFill>
          <a:blip r:embed="rId5"/>
          <a:stretch>
            <a:fillRect/>
          </a:stretch>
        </p:blipFill>
        <p:spPr>
          <a:xfrm>
            <a:off x="3083158" y="5424401"/>
            <a:ext cx="1451382" cy="637784"/>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B3A8FD45-1FCD-4830-311C-3B0B31591B5A}"/>
              </a:ext>
            </a:extLst>
          </p:cNvPr>
          <p:cNvPicPr>
            <a:picLocks noChangeAspect="1"/>
          </p:cNvPicPr>
          <p:nvPr/>
        </p:nvPicPr>
        <p:blipFill rotWithShape="1">
          <a:blip r:embed="rId6"/>
          <a:srcRect r="13158" b="1163"/>
          <a:stretch/>
        </p:blipFill>
        <p:spPr>
          <a:xfrm>
            <a:off x="7177211" y="2994308"/>
            <a:ext cx="4623328" cy="874632"/>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586E2A31-8555-529B-A3C1-1C8D8FB30A38}"/>
              </a:ext>
            </a:extLst>
          </p:cNvPr>
          <p:cNvPicPr>
            <a:picLocks noChangeAspect="1"/>
          </p:cNvPicPr>
          <p:nvPr/>
        </p:nvPicPr>
        <p:blipFill rotWithShape="1">
          <a:blip r:embed="rId7"/>
          <a:srcRect r="13529" b="16807"/>
          <a:stretch/>
        </p:blipFill>
        <p:spPr>
          <a:xfrm>
            <a:off x="7179071" y="4007085"/>
            <a:ext cx="4672821" cy="623046"/>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D70694EE-F5C6-8DA6-24FB-C9077E392CE1}"/>
              </a:ext>
            </a:extLst>
          </p:cNvPr>
          <p:cNvPicPr>
            <a:picLocks noChangeAspect="1"/>
          </p:cNvPicPr>
          <p:nvPr/>
        </p:nvPicPr>
        <p:blipFill rotWithShape="1">
          <a:blip r:embed="rId8"/>
          <a:srcRect t="283" r="13333" b="18889"/>
          <a:stretch/>
        </p:blipFill>
        <p:spPr>
          <a:xfrm>
            <a:off x="7181789" y="4696259"/>
            <a:ext cx="4668854" cy="619597"/>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CFFE685F-8FB4-1A63-3420-85CC1CE2AEB3}"/>
              </a:ext>
            </a:extLst>
          </p:cNvPr>
          <p:cNvPicPr>
            <a:picLocks noChangeAspect="1"/>
          </p:cNvPicPr>
          <p:nvPr/>
        </p:nvPicPr>
        <p:blipFill rotWithShape="1">
          <a:blip r:embed="rId9"/>
          <a:srcRect t="-97" r="13695" b="14071"/>
          <a:stretch/>
        </p:blipFill>
        <p:spPr>
          <a:xfrm>
            <a:off x="7183807" y="5406069"/>
            <a:ext cx="4662543" cy="645445"/>
          </a:xfrm>
          <a:prstGeom prst="rect">
            <a:avLst/>
          </a:prstGeom>
        </p:spPr>
      </p:pic>
      <p:pic>
        <p:nvPicPr>
          <p:cNvPr id="9" name="Picture 8" descr="A close up of a meter&#10;&#10;Description automatically generated">
            <a:extLst>
              <a:ext uri="{FF2B5EF4-FFF2-40B4-BE49-F238E27FC236}">
                <a16:creationId xmlns:a16="http://schemas.microsoft.com/office/drawing/2014/main" id="{9A550CAF-829E-E953-3122-A30D917A11C5}"/>
              </a:ext>
            </a:extLst>
          </p:cNvPr>
          <p:cNvPicPr>
            <a:picLocks noChangeAspect="1"/>
          </p:cNvPicPr>
          <p:nvPr/>
        </p:nvPicPr>
        <p:blipFill>
          <a:blip r:embed="rId10"/>
          <a:stretch>
            <a:fillRect/>
          </a:stretch>
        </p:blipFill>
        <p:spPr>
          <a:xfrm>
            <a:off x="3221443" y="3994039"/>
            <a:ext cx="1175656" cy="671842"/>
          </a:xfrm>
          <a:prstGeom prst="rect">
            <a:avLst/>
          </a:prstGeom>
        </p:spPr>
      </p:pic>
    </p:spTree>
    <p:extLst>
      <p:ext uri="{BB962C8B-B14F-4D97-AF65-F5344CB8AC3E}">
        <p14:creationId xmlns:p14="http://schemas.microsoft.com/office/powerpoint/2010/main" val="1088597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7</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b="1" spc="-1">
                <a:solidFill>
                  <a:srgbClr val="262626"/>
                </a:solidFill>
                <a:latin typeface="Calibri"/>
                <a:ea typeface="+mn-lt"/>
                <a:cs typeface="Calibri"/>
              </a:rPr>
              <a:t>Latest Reading Details</a:t>
            </a:r>
            <a:endParaRPr lang="en-US" sz="3600" spc="-1">
              <a:ea typeface="+mn-lt"/>
              <a:cs typeface="+mn-lt"/>
            </a:endParaRP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graphicFrame>
        <p:nvGraphicFramePr>
          <p:cNvPr id="3" name="Table 2">
            <a:extLst>
              <a:ext uri="{FF2B5EF4-FFF2-40B4-BE49-F238E27FC236}">
                <a16:creationId xmlns:a16="http://schemas.microsoft.com/office/drawing/2014/main" id="{7EC48875-FE66-B579-5496-A3AA45979876}"/>
              </a:ext>
            </a:extLst>
          </p:cNvPr>
          <p:cNvGraphicFramePr>
            <a:graphicFrameLocks noGrp="1"/>
          </p:cNvGraphicFramePr>
          <p:nvPr>
            <p:extLst>
              <p:ext uri="{D42A27DB-BD31-4B8C-83A1-F6EECF244321}">
                <p14:modId xmlns:p14="http://schemas.microsoft.com/office/powerpoint/2010/main" val="29508295"/>
              </p:ext>
            </p:extLst>
          </p:nvPr>
        </p:nvGraphicFramePr>
        <p:xfrm>
          <a:off x="435283" y="1379992"/>
          <a:ext cx="11441136" cy="4557261"/>
        </p:xfrm>
        <a:graphic>
          <a:graphicData uri="http://schemas.openxmlformats.org/drawingml/2006/table">
            <a:tbl>
              <a:tblPr firstRow="1" bandRow="1">
                <a:tableStyleId>{5C22544A-7EE6-4342-B048-85BDC9FD1C3A}</a:tableStyleId>
              </a:tblPr>
              <a:tblGrid>
                <a:gridCol w="1315232">
                  <a:extLst>
                    <a:ext uri="{9D8B030D-6E8A-4147-A177-3AD203B41FA5}">
                      <a16:colId xmlns:a16="http://schemas.microsoft.com/office/drawing/2014/main" val="2409352111"/>
                    </a:ext>
                  </a:extLst>
                </a:gridCol>
                <a:gridCol w="1221287">
                  <a:extLst>
                    <a:ext uri="{9D8B030D-6E8A-4147-A177-3AD203B41FA5}">
                      <a16:colId xmlns:a16="http://schemas.microsoft.com/office/drawing/2014/main" val="3458452834"/>
                    </a:ext>
                  </a:extLst>
                </a:gridCol>
                <a:gridCol w="1488907">
                  <a:extLst>
                    <a:ext uri="{9D8B030D-6E8A-4147-A177-3AD203B41FA5}">
                      <a16:colId xmlns:a16="http://schemas.microsoft.com/office/drawing/2014/main" val="2337224837"/>
                    </a:ext>
                  </a:extLst>
                </a:gridCol>
                <a:gridCol w="1548650">
                  <a:extLst>
                    <a:ext uri="{9D8B030D-6E8A-4147-A177-3AD203B41FA5}">
                      <a16:colId xmlns:a16="http://schemas.microsoft.com/office/drawing/2014/main" val="1456648886"/>
                    </a:ext>
                  </a:extLst>
                </a:gridCol>
                <a:gridCol w="1137779">
                  <a:extLst>
                    <a:ext uri="{9D8B030D-6E8A-4147-A177-3AD203B41FA5}">
                      <a16:colId xmlns:a16="http://schemas.microsoft.com/office/drawing/2014/main" val="2882271954"/>
                    </a:ext>
                  </a:extLst>
                </a:gridCol>
                <a:gridCol w="4729281">
                  <a:extLst>
                    <a:ext uri="{9D8B030D-6E8A-4147-A177-3AD203B41FA5}">
                      <a16:colId xmlns:a16="http://schemas.microsoft.com/office/drawing/2014/main" val="4112356846"/>
                    </a:ext>
                  </a:extLst>
                </a:gridCol>
              </a:tblGrid>
              <a:tr h="702165">
                <a:tc gridSpan="3">
                  <a:txBody>
                    <a:bodyPr/>
                    <a:lstStyle/>
                    <a:p>
                      <a:pPr lvl="0" algn="ctr">
                        <a:buNone/>
                      </a:pPr>
                      <a:r>
                        <a:rPr lang="en-US"/>
                        <a:t>Meter </a:t>
                      </a:r>
                      <a:r>
                        <a:rPr lang="en-US" sz="1800" b="1" kern="1200" noProof="0">
                          <a:solidFill>
                            <a:schemeClr val="lt1"/>
                          </a:solidFill>
                          <a:latin typeface="+mn-lt"/>
                          <a:ea typeface="+mn-ea"/>
                          <a:cs typeface="+mn-cs"/>
                        </a:rPr>
                        <a:t>latest</a:t>
                      </a:r>
                      <a:r>
                        <a:rPr lang="en-US"/>
                        <a:t> count</a:t>
                      </a:r>
                    </a:p>
                  </a:txBody>
                  <a:tcPr anchor="ctr"/>
                </a:tc>
                <a:tc hMerge="1">
                  <a:txBody>
                    <a:bodyPr/>
                    <a:lstStyle/>
                    <a:p>
                      <a:endParaRPr lang="en-US"/>
                    </a:p>
                  </a:txBody>
                  <a:tcPr anchor="ctr"/>
                </a:tc>
                <a:tc hMerge="1">
                  <a:txBody>
                    <a:bodyPr/>
                    <a:lstStyle/>
                    <a:p>
                      <a:endParaRPr lang="en-US"/>
                    </a:p>
                  </a:txBody>
                  <a:tcPr anchor="ctr"/>
                </a:tc>
                <a:tc gridSpan="3">
                  <a:txBody>
                    <a:bodyPr/>
                    <a:lstStyle/>
                    <a:p>
                      <a:pPr lvl="0" algn="ctr">
                        <a:buNone/>
                      </a:pPr>
                      <a:r>
                        <a:rPr lang="en-US" sz="1800" b="1" i="0" u="none" strike="noStrike" noProof="0">
                          <a:solidFill>
                            <a:srgbClr val="FFFFFF"/>
                          </a:solidFill>
                          <a:latin typeface="Arial"/>
                        </a:rPr>
                        <a:t>AMR </a:t>
                      </a:r>
                      <a:r>
                        <a:rPr lang="en-US" sz="1800" b="1" i="0" u="none" strike="noStrike" kern="1200" noProof="0">
                          <a:solidFill>
                            <a:srgbClr val="FFFFFF"/>
                          </a:solidFill>
                          <a:latin typeface="Arial"/>
                          <a:ea typeface="+mn-ea"/>
                          <a:cs typeface="+mn-cs"/>
                        </a:rPr>
                        <a:t>latest</a:t>
                      </a:r>
                      <a:r>
                        <a:rPr lang="en-US" sz="1800" b="1" i="0" u="none" strike="noStrike" noProof="0">
                          <a:solidFill>
                            <a:srgbClr val="FFFFFF"/>
                          </a:solidFill>
                          <a:latin typeface="Arial"/>
                        </a:rPr>
                        <a:t> count</a:t>
                      </a:r>
                      <a:endParaRPr lang="en-US"/>
                    </a:p>
                  </a:txBody>
                  <a:tcPr anchor="ctr"/>
                </a:tc>
                <a:tc hMerge="1">
                  <a:txBody>
                    <a:bodyPr/>
                    <a:lstStyle/>
                    <a:p>
                      <a:endParaRPr lang="en-US"/>
                    </a:p>
                  </a:txBody>
                  <a:tcPr anchor="ctr"/>
                </a:tc>
                <a:tc hMerge="1">
                  <a:txBody>
                    <a:bodyPr/>
                    <a:lstStyle/>
                    <a:p>
                      <a:endParaRPr lang="en-US"/>
                    </a:p>
                  </a:txBody>
                  <a:tcPr anchor="ctr"/>
                </a:tc>
                <a:extLst>
                  <a:ext uri="{0D108BD9-81ED-4DB2-BD59-A6C34878D82A}">
                    <a16:rowId xmlns:a16="http://schemas.microsoft.com/office/drawing/2014/main" val="3989097439"/>
                  </a:ext>
                </a:extLst>
              </a:tr>
              <a:tr h="709808">
                <a:tc>
                  <a:txBody>
                    <a:bodyPr/>
                    <a:lstStyle/>
                    <a:p>
                      <a:pPr lvl="0" algn="ctr">
                        <a:lnSpc>
                          <a:spcPct val="100000"/>
                        </a:lnSpc>
                        <a:spcBef>
                          <a:spcPts val="0"/>
                        </a:spcBef>
                        <a:spcAft>
                          <a:spcPts val="0"/>
                        </a:spcAft>
                        <a:buNone/>
                      </a:pPr>
                      <a:r>
                        <a:rPr lang="en-US" sz="1800" b="1" i="0" u="none" strike="noStrike" noProof="0">
                          <a:solidFill>
                            <a:schemeClr val="tx1"/>
                          </a:solidFill>
                          <a:latin typeface="Arial"/>
                        </a:rPr>
                        <a:t>Meter Number</a:t>
                      </a:r>
                      <a:endParaRPr lang="en-US" sz="1800" b="0" i="0" u="none" strike="noStrike" noProof="0">
                        <a:solidFill>
                          <a:schemeClr val="tx1"/>
                        </a:solidFill>
                        <a:latin typeface="Arial"/>
                      </a:endParaRPr>
                    </a:p>
                  </a:txBody>
                  <a:tcPr anchor="ctr"/>
                </a:tc>
                <a:tc>
                  <a:txBody>
                    <a:bodyPr/>
                    <a:lstStyle/>
                    <a:p>
                      <a:pPr algn="ctr"/>
                      <a:r>
                        <a:rPr lang="en-US" sz="1800" b="1" i="0" u="none" strike="noStrike" kern="1200">
                          <a:solidFill>
                            <a:schemeClr val="tx1"/>
                          </a:solidFill>
                          <a:latin typeface="Arial"/>
                          <a:ea typeface="+mn-ea"/>
                          <a:cs typeface="+mn-cs"/>
                        </a:rPr>
                        <a:t>Meter Reading</a:t>
                      </a:r>
                    </a:p>
                  </a:txBody>
                  <a:tcPr anchor="ctr"/>
                </a:tc>
                <a:tc>
                  <a:txBody>
                    <a:bodyPr/>
                    <a:lstStyle/>
                    <a:p>
                      <a:pPr lvl="0" algn="ctr">
                        <a:buNone/>
                      </a:pPr>
                      <a:r>
                        <a:rPr lang="en-US" sz="1800" b="1" i="0" u="none" strike="noStrike" noProof="0">
                          <a:solidFill>
                            <a:schemeClr val="tx1"/>
                          </a:solidFill>
                          <a:latin typeface="Arial"/>
                        </a:rPr>
                        <a:t>Capture  Image</a:t>
                      </a:r>
                    </a:p>
                  </a:txBody>
                  <a:tcPr anchor="ctr"/>
                </a:tc>
                <a:tc>
                  <a:txBody>
                    <a:bodyPr/>
                    <a:lstStyle/>
                    <a:p>
                      <a:pPr lvl="0" algn="ctr">
                        <a:buNone/>
                      </a:pPr>
                      <a:r>
                        <a:rPr lang="en-US" sz="1800" b="1" i="0" u="none" strike="noStrike" kern="1200">
                          <a:solidFill>
                            <a:schemeClr val="tx1"/>
                          </a:solidFill>
                          <a:latin typeface="Arial"/>
                          <a:ea typeface="+mn-ea"/>
                          <a:cs typeface="+mn-cs"/>
                        </a:rPr>
                        <a:t>Device Sr No.</a:t>
                      </a:r>
                    </a:p>
                  </a:txBody>
                  <a:tcPr anchor="ctr"/>
                </a:tc>
                <a:tc>
                  <a:txBody>
                    <a:bodyPr/>
                    <a:lstStyle/>
                    <a:p>
                      <a:pPr lvl="0" algn="ctr">
                        <a:buNone/>
                      </a:pPr>
                      <a:r>
                        <a:rPr lang="en-US" sz="1800" b="1" i="0" u="none" strike="noStrike" kern="1200">
                          <a:solidFill>
                            <a:schemeClr val="tx1"/>
                          </a:solidFill>
                          <a:latin typeface="Arial"/>
                          <a:ea typeface="+mn-ea"/>
                          <a:cs typeface="+mn-cs"/>
                        </a:rPr>
                        <a:t>AMR  Reading</a:t>
                      </a:r>
                    </a:p>
                  </a:txBody>
                  <a:tcPr anchor="ctr"/>
                </a:tc>
                <a:tc>
                  <a:txBody>
                    <a:bodyPr/>
                    <a:lstStyle/>
                    <a:p>
                      <a:pPr lvl="0" algn="ctr">
                        <a:buNone/>
                      </a:pPr>
                      <a:r>
                        <a:rPr lang="en-US" sz="1800" b="1" i="0" u="none" strike="noStrike" noProof="0">
                          <a:solidFill>
                            <a:schemeClr val="tx1"/>
                          </a:solidFill>
                          <a:latin typeface="Arial"/>
                        </a:rPr>
                        <a:t>Capture Image</a:t>
                      </a:r>
                    </a:p>
                  </a:txBody>
                  <a:tcPr anchor="ctr"/>
                </a:tc>
                <a:extLst>
                  <a:ext uri="{0D108BD9-81ED-4DB2-BD59-A6C34878D82A}">
                    <a16:rowId xmlns:a16="http://schemas.microsoft.com/office/drawing/2014/main" val="951110919"/>
                  </a:ext>
                </a:extLst>
              </a:tr>
              <a:tr h="931333">
                <a:tc>
                  <a:txBody>
                    <a:bodyPr/>
                    <a:lstStyle/>
                    <a:p>
                      <a:pPr lvl="0" algn="ctr">
                        <a:buNone/>
                      </a:pPr>
                      <a:r>
                        <a:rPr lang="en-US" sz="1400" b="0" i="0" u="none" strike="noStrike" kern="1200" noProof="0">
                          <a:solidFill>
                            <a:srgbClr val="000000"/>
                          </a:solidFill>
                        </a:rPr>
                        <a:t>100209565</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13468.90</a:t>
                      </a:r>
                    </a:p>
                  </a:txBody>
                  <a:tcPr anchor="ctr"/>
                </a:tc>
                <a:tc>
                  <a:txBody>
                    <a:bodyPr/>
                    <a:lstStyle/>
                    <a:p>
                      <a:pPr lvl="0" algn="ctr">
                        <a:buNone/>
                      </a:pPr>
                      <a:endParaRPr lang="en-US" sz="1400" b="0" i="0" u="none" strike="noStrike" kern="1200" noProof="0">
                        <a:solidFill>
                          <a:srgbClr val="000000"/>
                        </a:solidFill>
                        <a:latin typeface="Arial"/>
                        <a:ea typeface="+mn-ea"/>
                        <a:cs typeface="+mn-cs"/>
                      </a:endParaRPr>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2326233100002</a:t>
                      </a:r>
                      <a:endParaRPr lang="en-US" sz="1400"/>
                    </a:p>
                  </a:txBody>
                  <a:tcPr anchor="ctr"/>
                </a:tc>
                <a:tc>
                  <a:txBody>
                    <a:bodyPr/>
                    <a:lstStyle/>
                    <a:p>
                      <a:pPr lvl="0" algn="ctr">
                        <a:buNone/>
                      </a:pPr>
                      <a:r>
                        <a:rPr lang="en-US" sz="1400" b="0" i="0" u="none" strike="noStrike" kern="1200" noProof="0">
                          <a:solidFill>
                            <a:srgbClr val="000000"/>
                          </a:solidFill>
                        </a:rPr>
                        <a:t>8486</a:t>
                      </a:r>
                    </a:p>
                  </a:txBody>
                  <a:tcPr anchor="ctr"/>
                </a:tc>
                <a:tc>
                  <a:txBody>
                    <a:bodyPr/>
                    <a:lstStyle/>
                    <a:p>
                      <a:pPr lvl="0" algn="ctr">
                        <a:buNone/>
                      </a:pPr>
                      <a:endParaRPr lang="en-US" sz="1000" b="0" i="0" u="none" strike="noStrike" noProof="0">
                        <a:latin typeface="Arial"/>
                      </a:endParaRPr>
                    </a:p>
                  </a:txBody>
                  <a:tcPr anchor="ctr"/>
                </a:tc>
                <a:extLst>
                  <a:ext uri="{0D108BD9-81ED-4DB2-BD59-A6C34878D82A}">
                    <a16:rowId xmlns:a16="http://schemas.microsoft.com/office/drawing/2014/main" val="3776644733"/>
                  </a:ext>
                </a:extLst>
              </a:tr>
              <a:tr h="702165">
                <a:tc>
                  <a:txBody>
                    <a:bodyPr/>
                    <a:lstStyle/>
                    <a:p>
                      <a:pPr lvl="0" algn="ctr">
                        <a:buNone/>
                      </a:pPr>
                      <a:r>
                        <a:rPr lang="en-US" sz="1400" b="0" i="0" u="none" strike="noStrike" noProof="0">
                          <a:solidFill>
                            <a:srgbClr val="000000"/>
                          </a:solidFill>
                        </a:rPr>
                        <a:t>100424429</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rPr>
                        <a:t>30690.51</a:t>
                      </a:r>
                    </a:p>
                  </a:txBody>
                  <a:tcPr anchor="ctr"/>
                </a:tc>
                <a:tc>
                  <a:txBody>
                    <a:bodyPr/>
                    <a:lstStyle/>
                    <a:p>
                      <a:pPr lvl="0" algn="ctr">
                        <a:buNone/>
                      </a:pPr>
                      <a:endParaRPr lang="en-US" sz="1400" b="0" i="0" u="none" strike="noStrike" noProof="0">
                        <a:solidFill>
                          <a:srgbClr val="000000"/>
                        </a:solidFill>
                        <a:latin typeface="Arial"/>
                      </a:endParaRPr>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2326233100003</a:t>
                      </a:r>
                      <a:endParaRPr lang="en-US" sz="1400">
                        <a:latin typeface="Arial"/>
                      </a:endParaRPr>
                    </a:p>
                  </a:txBody>
                  <a:tcPr anchor="ctr"/>
                </a:tc>
                <a:tc>
                  <a:txBody>
                    <a:bodyPr/>
                    <a:lstStyle/>
                    <a:p>
                      <a:pPr lvl="0" algn="ctr">
                        <a:buNone/>
                      </a:pPr>
                      <a:r>
                        <a:rPr lang="en-US" sz="1400" b="0" i="0" u="none" strike="noStrike" noProof="0">
                          <a:solidFill>
                            <a:srgbClr val="000000"/>
                          </a:solidFill>
                          <a:latin typeface="Arial"/>
                        </a:rPr>
                        <a:t>11019</a:t>
                      </a:r>
                    </a:p>
                  </a:txBody>
                  <a:tcPr anchor="ctr"/>
                </a:tc>
                <a:tc>
                  <a:txBody>
                    <a:bodyPr/>
                    <a:lstStyle/>
                    <a:p>
                      <a:pPr lvl="0" algn="ctr">
                        <a:buNone/>
                      </a:pPr>
                      <a:endParaRPr lang="en-US" sz="1000" b="0" i="0" u="none" strike="noStrike" noProof="0">
                        <a:latin typeface="Arial"/>
                      </a:endParaRPr>
                    </a:p>
                  </a:txBody>
                  <a:tcPr anchor="ctr"/>
                </a:tc>
                <a:extLst>
                  <a:ext uri="{0D108BD9-81ED-4DB2-BD59-A6C34878D82A}">
                    <a16:rowId xmlns:a16="http://schemas.microsoft.com/office/drawing/2014/main" val="2584783037"/>
                  </a:ext>
                </a:extLst>
              </a:tr>
              <a:tr h="702165">
                <a:tc>
                  <a:txBody>
                    <a:bodyPr/>
                    <a:lstStyle/>
                    <a:p>
                      <a:pPr lvl="0" algn="ctr">
                        <a:buNone/>
                      </a:pPr>
                      <a:r>
                        <a:rPr lang="en-US" sz="1400" b="0" i="0" u="none" strike="noStrike" noProof="0">
                          <a:solidFill>
                            <a:srgbClr val="000000"/>
                          </a:solidFill>
                        </a:rPr>
                        <a:t>100209425</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rPr>
                        <a:t>17036.78</a:t>
                      </a:r>
                    </a:p>
                  </a:txBody>
                  <a:tcPr anchor="ctr"/>
                </a:tc>
                <a:tc>
                  <a:txBody>
                    <a:bodyPr/>
                    <a:lstStyle/>
                    <a:p>
                      <a:pPr lvl="0" algn="ctr">
                        <a:buNone/>
                      </a:pPr>
                      <a:endParaRPr lang="en-US" sz="1400" b="0" i="0" u="none" strike="noStrike" noProof="0">
                        <a:solidFill>
                          <a:srgbClr val="000000"/>
                        </a:solidFill>
                        <a:latin typeface="Arial"/>
                      </a:endParaRPr>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2326233100004</a:t>
                      </a:r>
                      <a:endParaRPr lang="en-US" sz="1400"/>
                    </a:p>
                  </a:txBody>
                  <a:tcPr anchor="ctr"/>
                </a:tc>
                <a:tc>
                  <a:txBody>
                    <a:bodyPr/>
                    <a:lstStyle/>
                    <a:p>
                      <a:pPr lvl="0" algn="ctr">
                        <a:buNone/>
                      </a:pPr>
                      <a:r>
                        <a:rPr lang="en-US" sz="1400" b="0" i="0" u="none" strike="noStrike" noProof="0">
                          <a:solidFill>
                            <a:srgbClr val="000000"/>
                          </a:solidFill>
                          <a:latin typeface="Arial"/>
                        </a:rPr>
                        <a:t>6017</a:t>
                      </a:r>
                    </a:p>
                  </a:txBody>
                  <a:tcPr anchor="ctr"/>
                </a:tc>
                <a:tc>
                  <a:txBody>
                    <a:bodyPr/>
                    <a:lstStyle/>
                    <a:p>
                      <a:pPr lvl="0" algn="ctr">
                        <a:buNone/>
                      </a:pPr>
                      <a:endParaRPr lang="en-US" sz="1000" b="0" i="0" u="none" strike="noStrike" noProof="0">
                        <a:latin typeface="Arial"/>
                      </a:endParaRPr>
                    </a:p>
                  </a:txBody>
                  <a:tcPr anchor="ctr"/>
                </a:tc>
                <a:extLst>
                  <a:ext uri="{0D108BD9-81ED-4DB2-BD59-A6C34878D82A}">
                    <a16:rowId xmlns:a16="http://schemas.microsoft.com/office/drawing/2014/main" val="3793019390"/>
                  </a:ext>
                </a:extLst>
              </a:tr>
              <a:tr h="809625">
                <a:tc>
                  <a:txBody>
                    <a:bodyPr/>
                    <a:lstStyle/>
                    <a:p>
                      <a:pPr lvl="0" algn="ctr">
                        <a:buNone/>
                      </a:pPr>
                      <a:r>
                        <a:rPr lang="en-US" sz="1400" b="0" i="0" u="none" strike="noStrike" kern="1200" noProof="0">
                          <a:solidFill>
                            <a:srgbClr val="000000"/>
                          </a:solidFill>
                        </a:rPr>
                        <a:t>150609087</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rPr>
                        <a:t>21563.72</a:t>
                      </a:r>
                      <a:endParaRPr lang="en-US" sz="1400"/>
                    </a:p>
                  </a:txBody>
                  <a:tcPr anchor="ctr"/>
                </a:tc>
                <a:tc>
                  <a:txBody>
                    <a:bodyPr/>
                    <a:lstStyle/>
                    <a:p>
                      <a:pPr lvl="0" algn="ctr">
                        <a:buNone/>
                      </a:pPr>
                      <a:endParaRPr lang="en-US" sz="1400" b="0" i="0" u="none" strike="noStrike" kern="1200" noProof="0">
                        <a:solidFill>
                          <a:srgbClr val="000000"/>
                        </a:solidFill>
                        <a:latin typeface="Arial"/>
                        <a:ea typeface="+mn-ea"/>
                        <a:cs typeface="+mn-cs"/>
                      </a:endParaRPr>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2326233100005</a:t>
                      </a:r>
                      <a:endParaRPr lang="en-US" sz="1400"/>
                    </a:p>
                  </a:txBody>
                  <a:tcPr anchor="ctr"/>
                </a:tc>
                <a:tc>
                  <a:txBody>
                    <a:bodyPr/>
                    <a:lstStyle/>
                    <a:p>
                      <a:pPr lvl="0" algn="ctr">
                        <a:buNone/>
                      </a:pPr>
                      <a:r>
                        <a:rPr lang="en-US" sz="1400" b="0" i="0" u="none" strike="noStrike" kern="1200" noProof="0">
                          <a:solidFill>
                            <a:srgbClr val="000000"/>
                          </a:solidFill>
                          <a:latin typeface="Arial"/>
                        </a:rPr>
                        <a:t>13159</a:t>
                      </a:r>
                    </a:p>
                  </a:txBody>
                  <a:tcPr anchor="ctr"/>
                </a:tc>
                <a:tc>
                  <a:txBody>
                    <a:bodyPr/>
                    <a:lstStyle/>
                    <a:p>
                      <a:pPr lvl="0" algn="ctr">
                        <a:buNone/>
                      </a:pPr>
                      <a:endParaRPr lang="en-US" sz="1000" b="0" i="0" u="none" strike="noStrike" noProof="0">
                        <a:latin typeface="Arial"/>
                      </a:endParaRPr>
                    </a:p>
                  </a:txBody>
                  <a:tcPr anchor="ctr"/>
                </a:tc>
                <a:extLst>
                  <a:ext uri="{0D108BD9-81ED-4DB2-BD59-A6C34878D82A}">
                    <a16:rowId xmlns:a16="http://schemas.microsoft.com/office/drawing/2014/main" val="2597180842"/>
                  </a:ext>
                </a:extLst>
              </a:tr>
            </a:tbl>
          </a:graphicData>
        </a:graphic>
      </p:graphicFrame>
      <p:pic>
        <p:nvPicPr>
          <p:cNvPr id="2" name="Picture 1" descr="A close up of a meter&#10;&#10;Description automatically generated">
            <a:extLst>
              <a:ext uri="{FF2B5EF4-FFF2-40B4-BE49-F238E27FC236}">
                <a16:creationId xmlns:a16="http://schemas.microsoft.com/office/drawing/2014/main" id="{4EE1AF66-B32D-D850-D38C-D231AE4EC4CC}"/>
              </a:ext>
            </a:extLst>
          </p:cNvPr>
          <p:cNvPicPr>
            <a:picLocks noChangeAspect="1"/>
          </p:cNvPicPr>
          <p:nvPr/>
        </p:nvPicPr>
        <p:blipFill>
          <a:blip r:embed="rId3"/>
          <a:stretch>
            <a:fillRect/>
          </a:stretch>
        </p:blipFill>
        <p:spPr>
          <a:xfrm>
            <a:off x="3196199" y="2826327"/>
            <a:ext cx="1119726" cy="842160"/>
          </a:xfrm>
          <a:prstGeom prst="rect">
            <a:avLst/>
          </a:prstGeom>
        </p:spPr>
      </p:pic>
      <p:pic>
        <p:nvPicPr>
          <p:cNvPr id="4" name="Picture 3">
            <a:extLst>
              <a:ext uri="{FF2B5EF4-FFF2-40B4-BE49-F238E27FC236}">
                <a16:creationId xmlns:a16="http://schemas.microsoft.com/office/drawing/2014/main" id="{4BBA0D87-09CA-333E-84AA-EE6CE5633F61}"/>
              </a:ext>
            </a:extLst>
          </p:cNvPr>
          <p:cNvPicPr>
            <a:picLocks noChangeAspect="1"/>
          </p:cNvPicPr>
          <p:nvPr/>
        </p:nvPicPr>
        <p:blipFill rotWithShape="1">
          <a:blip r:embed="rId4"/>
          <a:srcRect l="31171" t="17260" r="28288" b="51683"/>
          <a:stretch/>
        </p:blipFill>
        <p:spPr>
          <a:xfrm>
            <a:off x="3214014" y="3750497"/>
            <a:ext cx="1086316" cy="624788"/>
          </a:xfrm>
          <a:prstGeom prst="rect">
            <a:avLst/>
          </a:prstGeom>
        </p:spPr>
      </p:pic>
      <p:pic>
        <p:nvPicPr>
          <p:cNvPr id="5" name="Picture 4" descr="A close up of a meter&#10;&#10;Description automatically generated">
            <a:extLst>
              <a:ext uri="{FF2B5EF4-FFF2-40B4-BE49-F238E27FC236}">
                <a16:creationId xmlns:a16="http://schemas.microsoft.com/office/drawing/2014/main" id="{B23ED278-13ED-911A-F108-75D6D9B7F2C3}"/>
              </a:ext>
            </a:extLst>
          </p:cNvPr>
          <p:cNvPicPr>
            <a:picLocks noChangeAspect="1"/>
          </p:cNvPicPr>
          <p:nvPr/>
        </p:nvPicPr>
        <p:blipFill rotWithShape="1">
          <a:blip r:embed="rId5"/>
          <a:srcRect l="4459" t="22695" r="8630" b="40720"/>
          <a:stretch/>
        </p:blipFill>
        <p:spPr>
          <a:xfrm>
            <a:off x="3196533" y="4461979"/>
            <a:ext cx="1158316" cy="651448"/>
          </a:xfrm>
          <a:prstGeom prst="rect">
            <a:avLst/>
          </a:prstGeom>
        </p:spPr>
      </p:pic>
      <p:pic>
        <p:nvPicPr>
          <p:cNvPr id="7" name="Picture 6" descr="A close up of a meter&#10;&#10;Description automatically generated">
            <a:extLst>
              <a:ext uri="{FF2B5EF4-FFF2-40B4-BE49-F238E27FC236}">
                <a16:creationId xmlns:a16="http://schemas.microsoft.com/office/drawing/2014/main" id="{9F84C932-11D4-9D23-E527-471D001E34D8}"/>
              </a:ext>
            </a:extLst>
          </p:cNvPr>
          <p:cNvPicPr>
            <a:picLocks noChangeAspect="1"/>
          </p:cNvPicPr>
          <p:nvPr/>
        </p:nvPicPr>
        <p:blipFill rotWithShape="1">
          <a:blip r:embed="rId6"/>
          <a:srcRect l="4823" t="33084" r="12540" b="23077"/>
          <a:stretch/>
        </p:blipFill>
        <p:spPr>
          <a:xfrm>
            <a:off x="3295962" y="5163923"/>
            <a:ext cx="917519" cy="646040"/>
          </a:xfrm>
          <a:prstGeom prst="rect">
            <a:avLst/>
          </a:prstGeom>
        </p:spPr>
      </p:pic>
      <p:pic>
        <p:nvPicPr>
          <p:cNvPr id="9" name="Picture 8" descr="A white background with black text&#10;&#10;Description automatically generated">
            <a:extLst>
              <a:ext uri="{FF2B5EF4-FFF2-40B4-BE49-F238E27FC236}">
                <a16:creationId xmlns:a16="http://schemas.microsoft.com/office/drawing/2014/main" id="{BFA3D522-7E6A-BDE2-1E2F-74F986FCB175}"/>
              </a:ext>
            </a:extLst>
          </p:cNvPr>
          <p:cNvPicPr>
            <a:picLocks noChangeAspect="1"/>
          </p:cNvPicPr>
          <p:nvPr/>
        </p:nvPicPr>
        <p:blipFill>
          <a:blip r:embed="rId7"/>
          <a:stretch>
            <a:fillRect/>
          </a:stretch>
        </p:blipFill>
        <p:spPr>
          <a:xfrm>
            <a:off x="7206539" y="2924918"/>
            <a:ext cx="4616887" cy="724766"/>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16AB299E-2C04-7F34-8902-9AFDC50D8056}"/>
              </a:ext>
            </a:extLst>
          </p:cNvPr>
          <p:cNvPicPr>
            <a:picLocks noChangeAspect="1"/>
          </p:cNvPicPr>
          <p:nvPr/>
        </p:nvPicPr>
        <p:blipFill>
          <a:blip r:embed="rId8"/>
          <a:stretch>
            <a:fillRect/>
          </a:stretch>
        </p:blipFill>
        <p:spPr>
          <a:xfrm>
            <a:off x="7205900" y="3749025"/>
            <a:ext cx="4656567" cy="624689"/>
          </a:xfrm>
          <a:prstGeom prst="rect">
            <a:avLst/>
          </a:prstGeom>
        </p:spPr>
      </p:pic>
      <p:pic>
        <p:nvPicPr>
          <p:cNvPr id="11" name="Picture 10" descr="A white background with black text&#10;&#10;Description automatically generated">
            <a:extLst>
              <a:ext uri="{FF2B5EF4-FFF2-40B4-BE49-F238E27FC236}">
                <a16:creationId xmlns:a16="http://schemas.microsoft.com/office/drawing/2014/main" id="{3E5A6635-5A00-1292-BD49-4848980FB575}"/>
              </a:ext>
            </a:extLst>
          </p:cNvPr>
          <p:cNvPicPr>
            <a:picLocks noChangeAspect="1"/>
          </p:cNvPicPr>
          <p:nvPr/>
        </p:nvPicPr>
        <p:blipFill>
          <a:blip r:embed="rId9"/>
          <a:stretch>
            <a:fillRect/>
          </a:stretch>
        </p:blipFill>
        <p:spPr>
          <a:xfrm>
            <a:off x="7208306" y="4512252"/>
            <a:ext cx="4598578" cy="563955"/>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A92B2E5D-E7FE-12DC-27D3-A9638585EA2F}"/>
              </a:ext>
            </a:extLst>
          </p:cNvPr>
          <p:cNvPicPr>
            <a:picLocks noChangeAspect="1"/>
          </p:cNvPicPr>
          <p:nvPr/>
        </p:nvPicPr>
        <p:blipFill>
          <a:blip r:embed="rId10"/>
          <a:stretch>
            <a:fillRect/>
          </a:stretch>
        </p:blipFill>
        <p:spPr>
          <a:xfrm>
            <a:off x="7206213" y="5164389"/>
            <a:ext cx="4628269" cy="714128"/>
          </a:xfrm>
          <a:prstGeom prst="rect">
            <a:avLst/>
          </a:prstGeom>
        </p:spPr>
      </p:pic>
    </p:spTree>
    <p:extLst>
      <p:ext uri="{BB962C8B-B14F-4D97-AF65-F5344CB8AC3E}">
        <p14:creationId xmlns:p14="http://schemas.microsoft.com/office/powerpoint/2010/main" val="1896464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8</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b="1" spc="-1">
                <a:solidFill>
                  <a:srgbClr val="262626"/>
                </a:solidFill>
                <a:latin typeface="Calibri"/>
                <a:ea typeface="+mn-lt"/>
                <a:cs typeface="Calibri"/>
              </a:rPr>
              <a:t>Consumption Matching sheet</a:t>
            </a:r>
            <a:endParaRPr lang="en-US" sz="3600" spc="-1">
              <a:ea typeface="+mn-lt"/>
              <a:cs typeface="+mn-lt"/>
            </a:endParaRP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graphicFrame>
        <p:nvGraphicFramePr>
          <p:cNvPr id="3" name="Table 2">
            <a:extLst>
              <a:ext uri="{FF2B5EF4-FFF2-40B4-BE49-F238E27FC236}">
                <a16:creationId xmlns:a16="http://schemas.microsoft.com/office/drawing/2014/main" id="{7EC48875-FE66-B579-5496-A3AA45979876}"/>
              </a:ext>
            </a:extLst>
          </p:cNvPr>
          <p:cNvGraphicFramePr>
            <a:graphicFrameLocks noGrp="1"/>
          </p:cNvGraphicFramePr>
          <p:nvPr>
            <p:extLst>
              <p:ext uri="{D42A27DB-BD31-4B8C-83A1-F6EECF244321}">
                <p14:modId xmlns:p14="http://schemas.microsoft.com/office/powerpoint/2010/main" val="3268479048"/>
              </p:ext>
            </p:extLst>
          </p:nvPr>
        </p:nvGraphicFramePr>
        <p:xfrm>
          <a:off x="295873" y="1380564"/>
          <a:ext cx="11733976" cy="4634085"/>
        </p:xfrm>
        <a:graphic>
          <a:graphicData uri="http://schemas.openxmlformats.org/drawingml/2006/table">
            <a:tbl>
              <a:tblPr firstRow="1" bandRow="1">
                <a:tableStyleId>{5C22544A-7EE6-4342-B048-85BDC9FD1C3A}</a:tableStyleId>
              </a:tblPr>
              <a:tblGrid>
                <a:gridCol w="1127960">
                  <a:extLst>
                    <a:ext uri="{9D8B030D-6E8A-4147-A177-3AD203B41FA5}">
                      <a16:colId xmlns:a16="http://schemas.microsoft.com/office/drawing/2014/main" val="2409352111"/>
                    </a:ext>
                  </a:extLst>
                </a:gridCol>
                <a:gridCol w="932446">
                  <a:extLst>
                    <a:ext uri="{9D8B030D-6E8A-4147-A177-3AD203B41FA5}">
                      <a16:colId xmlns:a16="http://schemas.microsoft.com/office/drawing/2014/main" val="3015949806"/>
                    </a:ext>
                  </a:extLst>
                </a:gridCol>
                <a:gridCol w="1007644">
                  <a:extLst>
                    <a:ext uri="{9D8B030D-6E8A-4147-A177-3AD203B41FA5}">
                      <a16:colId xmlns:a16="http://schemas.microsoft.com/office/drawing/2014/main" val="3458452834"/>
                    </a:ext>
                  </a:extLst>
                </a:gridCol>
                <a:gridCol w="1036350">
                  <a:extLst>
                    <a:ext uri="{9D8B030D-6E8A-4147-A177-3AD203B41FA5}">
                      <a16:colId xmlns:a16="http://schemas.microsoft.com/office/drawing/2014/main" val="1456648886"/>
                    </a:ext>
                  </a:extLst>
                </a:gridCol>
                <a:gridCol w="839931">
                  <a:extLst>
                    <a:ext uri="{9D8B030D-6E8A-4147-A177-3AD203B41FA5}">
                      <a16:colId xmlns:a16="http://schemas.microsoft.com/office/drawing/2014/main" val="2954848694"/>
                    </a:ext>
                  </a:extLst>
                </a:gridCol>
                <a:gridCol w="1152155">
                  <a:extLst>
                    <a:ext uri="{9D8B030D-6E8A-4147-A177-3AD203B41FA5}">
                      <a16:colId xmlns:a16="http://schemas.microsoft.com/office/drawing/2014/main" val="2882271954"/>
                    </a:ext>
                  </a:extLst>
                </a:gridCol>
                <a:gridCol w="1512609">
                  <a:extLst>
                    <a:ext uri="{9D8B030D-6E8A-4147-A177-3AD203B41FA5}">
                      <a16:colId xmlns:a16="http://schemas.microsoft.com/office/drawing/2014/main" val="3532902770"/>
                    </a:ext>
                  </a:extLst>
                </a:gridCol>
                <a:gridCol w="1466541">
                  <a:extLst>
                    <a:ext uri="{9D8B030D-6E8A-4147-A177-3AD203B41FA5}">
                      <a16:colId xmlns:a16="http://schemas.microsoft.com/office/drawing/2014/main" val="3597612758"/>
                    </a:ext>
                  </a:extLst>
                </a:gridCol>
                <a:gridCol w="1329170">
                  <a:extLst>
                    <a:ext uri="{9D8B030D-6E8A-4147-A177-3AD203B41FA5}">
                      <a16:colId xmlns:a16="http://schemas.microsoft.com/office/drawing/2014/main" val="244871230"/>
                    </a:ext>
                  </a:extLst>
                </a:gridCol>
                <a:gridCol w="1329170">
                  <a:extLst>
                    <a:ext uri="{9D8B030D-6E8A-4147-A177-3AD203B41FA5}">
                      <a16:colId xmlns:a16="http://schemas.microsoft.com/office/drawing/2014/main" val="2929174815"/>
                    </a:ext>
                  </a:extLst>
                </a:gridCol>
              </a:tblGrid>
              <a:tr h="702165">
                <a:tc gridSpan="3">
                  <a:txBody>
                    <a:bodyPr/>
                    <a:lstStyle/>
                    <a:p>
                      <a:pPr lvl="0" algn="ctr">
                        <a:buNone/>
                      </a:pPr>
                      <a:r>
                        <a:rPr lang="en-US"/>
                        <a:t>Meter Pulse count</a:t>
                      </a:r>
                    </a:p>
                  </a:txBody>
                  <a:tcPr anchor="ctr"/>
                </a:tc>
                <a:tc hMerge="1">
                  <a:txBody>
                    <a:bodyPr/>
                    <a:lstStyle/>
                    <a:p>
                      <a:endParaRPr lang="en-US"/>
                    </a:p>
                  </a:txBody>
                  <a:tcPr/>
                </a:tc>
                <a:tc hMerge="1">
                  <a:txBody>
                    <a:bodyPr/>
                    <a:lstStyle/>
                    <a:p>
                      <a:endParaRPr lang="en-US"/>
                    </a:p>
                  </a:txBody>
                  <a:tcPr anchor="ctr"/>
                </a:tc>
                <a:tc gridSpan="3">
                  <a:txBody>
                    <a:bodyPr/>
                    <a:lstStyle/>
                    <a:p>
                      <a:pPr lvl="0" algn="ctr">
                        <a:buNone/>
                      </a:pPr>
                      <a:r>
                        <a:rPr lang="en-US" sz="1800" b="1" i="0" u="none" strike="noStrike" noProof="0">
                          <a:solidFill>
                            <a:srgbClr val="FFFFFF"/>
                          </a:solidFill>
                          <a:latin typeface="Arial"/>
                        </a:rPr>
                        <a:t>AMR Device Pulse count</a:t>
                      </a:r>
                      <a:endParaRPr lang="en-US"/>
                    </a:p>
                  </a:txBody>
                  <a:tcPr anchor="ctr"/>
                </a:tc>
                <a:tc hMerge="1">
                  <a:txBody>
                    <a:bodyPr/>
                    <a:lstStyle/>
                    <a:p>
                      <a:endParaRPr lang="en-US"/>
                    </a:p>
                  </a:txBody>
                  <a:tcPr/>
                </a:tc>
                <a:tc hMerge="1">
                  <a:txBody>
                    <a:bodyPr/>
                    <a:lstStyle/>
                    <a:p>
                      <a:endParaRPr lang="en-US"/>
                    </a:p>
                  </a:txBody>
                  <a:tcPr anchor="ctr"/>
                </a:tc>
                <a:tc rowSpan="2">
                  <a:txBody>
                    <a:bodyPr/>
                    <a:lstStyle/>
                    <a:p>
                      <a:pPr lvl="0" algn="ctr">
                        <a:buNone/>
                      </a:pPr>
                      <a:r>
                        <a:rPr lang="en-US" sz="1800" b="1" i="0" u="none" strike="noStrike" noProof="0">
                          <a:solidFill>
                            <a:srgbClr val="FFFFFF"/>
                          </a:solidFill>
                          <a:latin typeface="Arial"/>
                        </a:rPr>
                        <a:t>Consumption by Meter</a:t>
                      </a:r>
                    </a:p>
                  </a:txBody>
                  <a:tcPr anchor="ctr"/>
                </a:tc>
                <a:tc rowSpan="2">
                  <a:txBody>
                    <a:bodyPr/>
                    <a:lstStyle/>
                    <a:p>
                      <a:pPr lvl="0" algn="ctr">
                        <a:buNone/>
                      </a:pPr>
                      <a:r>
                        <a:rPr lang="en-US" sz="1800" b="1" i="0" u="none" strike="noStrike" noProof="0">
                          <a:solidFill>
                            <a:srgbClr val="FFFFFF"/>
                          </a:solidFill>
                          <a:latin typeface="Arial"/>
                        </a:rPr>
                        <a:t>Consumption by AMR </a:t>
                      </a:r>
                      <a:endParaRPr lang="en-US"/>
                    </a:p>
                  </a:txBody>
                  <a:tcPr anchor="ctr"/>
                </a:tc>
                <a:tc rowSpan="2">
                  <a:txBody>
                    <a:bodyPr/>
                    <a:lstStyle/>
                    <a:p>
                      <a:pPr lvl="0" algn="ctr">
                        <a:buNone/>
                      </a:pPr>
                      <a:r>
                        <a:rPr lang="en-US" sz="1800" b="1" i="0" u="none" strike="noStrike" noProof="0">
                          <a:solidFill>
                            <a:srgbClr val="FFFFFF"/>
                          </a:solidFill>
                          <a:latin typeface="Arial"/>
                        </a:rPr>
                        <a:t>Reading  Difference </a:t>
                      </a:r>
                    </a:p>
                  </a:txBody>
                  <a:tcPr anchor="ctr"/>
                </a:tc>
                <a:tc rowSpan="2">
                  <a:txBody>
                    <a:bodyPr/>
                    <a:lstStyle/>
                    <a:p>
                      <a:pPr lvl="0" algn="ctr">
                        <a:buNone/>
                      </a:pPr>
                      <a:r>
                        <a:rPr lang="en-US" sz="1800" b="1" i="0" u="none" strike="noStrike" noProof="0">
                          <a:solidFill>
                            <a:srgbClr val="FFFFFF"/>
                          </a:solidFill>
                          <a:latin typeface="Arial"/>
                        </a:rPr>
                        <a:t>Remarks</a:t>
                      </a:r>
                    </a:p>
                  </a:txBody>
                  <a:tcPr anchor="ctr"/>
                </a:tc>
                <a:extLst>
                  <a:ext uri="{0D108BD9-81ED-4DB2-BD59-A6C34878D82A}">
                    <a16:rowId xmlns:a16="http://schemas.microsoft.com/office/drawing/2014/main" val="3989097439"/>
                  </a:ext>
                </a:extLst>
              </a:tr>
              <a:tr h="394447">
                <a:tc>
                  <a:txBody>
                    <a:bodyPr/>
                    <a:lstStyle/>
                    <a:p>
                      <a:pPr lvl="0" algn="ctr">
                        <a:lnSpc>
                          <a:spcPct val="100000"/>
                        </a:lnSpc>
                        <a:spcBef>
                          <a:spcPts val="0"/>
                        </a:spcBef>
                        <a:spcAft>
                          <a:spcPts val="0"/>
                        </a:spcAft>
                        <a:buNone/>
                      </a:pPr>
                      <a:r>
                        <a:rPr lang="en-US" sz="1800" b="1" kern="1200" noProof="0">
                          <a:solidFill>
                            <a:schemeClr val="tx1"/>
                          </a:solidFill>
                          <a:latin typeface="+mn-lt"/>
                          <a:ea typeface="+mn-ea"/>
                          <a:cs typeface="+mn-cs"/>
                        </a:rPr>
                        <a:t>Meter Number</a:t>
                      </a:r>
                    </a:p>
                  </a:txBody>
                  <a:tcPr anchor="ctr"/>
                </a:tc>
                <a:tc>
                  <a:txBody>
                    <a:bodyPr/>
                    <a:lstStyle/>
                    <a:p>
                      <a:pPr lvl="0" algn="ctr">
                        <a:buNone/>
                      </a:pPr>
                      <a:r>
                        <a:rPr lang="en-US" sz="1800" b="1" kern="1200">
                          <a:solidFill>
                            <a:schemeClr val="tx1"/>
                          </a:solidFill>
                          <a:latin typeface="+mn-lt"/>
                          <a:ea typeface="+mn-ea"/>
                          <a:cs typeface="+mn-cs"/>
                        </a:rPr>
                        <a:t>Initial</a:t>
                      </a:r>
                    </a:p>
                  </a:txBody>
                  <a:tcPr anchor="ctr"/>
                </a:tc>
                <a:tc>
                  <a:txBody>
                    <a:bodyPr/>
                    <a:lstStyle/>
                    <a:p>
                      <a:pPr algn="ctr"/>
                      <a:r>
                        <a:rPr lang="en-US" sz="1800" b="1" kern="1200">
                          <a:solidFill>
                            <a:schemeClr val="tx1"/>
                          </a:solidFill>
                          <a:latin typeface="+mn-lt"/>
                          <a:ea typeface="+mn-ea"/>
                          <a:cs typeface="+mn-cs"/>
                        </a:rPr>
                        <a:t>Latest</a:t>
                      </a:r>
                    </a:p>
                  </a:txBody>
                  <a:tcPr anchor="ctr"/>
                </a:tc>
                <a:tc>
                  <a:txBody>
                    <a:bodyPr/>
                    <a:lstStyle/>
                    <a:p>
                      <a:pPr lvl="0" algn="ctr">
                        <a:buNone/>
                      </a:pPr>
                      <a:r>
                        <a:rPr lang="en-US" sz="1800" b="1" kern="1200">
                          <a:solidFill>
                            <a:schemeClr val="tx1"/>
                          </a:solidFill>
                          <a:latin typeface="+mn-lt"/>
                          <a:ea typeface="+mn-ea"/>
                          <a:cs typeface="+mn-cs"/>
                        </a:rPr>
                        <a:t>Device Sr No.</a:t>
                      </a:r>
                    </a:p>
                  </a:txBody>
                  <a:tcPr anchor="ctr"/>
                </a:tc>
                <a:tc>
                  <a:txBody>
                    <a:bodyPr/>
                    <a:lstStyle/>
                    <a:p>
                      <a:pPr lvl="0" algn="ctr">
                        <a:buNone/>
                      </a:pPr>
                      <a:r>
                        <a:rPr lang="en-US" sz="1800" b="1" kern="1200">
                          <a:solidFill>
                            <a:schemeClr val="tx1"/>
                          </a:solidFill>
                          <a:latin typeface="+mn-lt"/>
                          <a:ea typeface="+mn-ea"/>
                          <a:cs typeface="+mn-cs"/>
                        </a:rPr>
                        <a:t>Initial</a:t>
                      </a:r>
                    </a:p>
                  </a:txBody>
                  <a:tcPr anchor="ctr"/>
                </a:tc>
                <a:tc>
                  <a:txBody>
                    <a:bodyPr/>
                    <a:lstStyle/>
                    <a:p>
                      <a:pPr lvl="0" algn="ctr">
                        <a:buNone/>
                      </a:pPr>
                      <a:r>
                        <a:rPr lang="en-US" sz="1800" b="1" kern="1200">
                          <a:solidFill>
                            <a:schemeClr val="tx1"/>
                          </a:solidFill>
                          <a:latin typeface="+mn-lt"/>
                          <a:ea typeface="+mn-ea"/>
                          <a:cs typeface="+mn-cs"/>
                        </a:rPr>
                        <a:t>Latest</a:t>
                      </a:r>
                    </a:p>
                  </a:txBody>
                  <a:tcPr anchor="ctr"/>
                </a:tc>
                <a:tc vMerge="1">
                  <a:txBody>
                    <a:bodyPr/>
                    <a:lstStyle/>
                    <a:p>
                      <a:endParaRPr lang="en-US"/>
                    </a:p>
                  </a:txBody>
                  <a:tcPr anchor="ctr"/>
                </a:tc>
                <a:tc vMerge="1">
                  <a:txBody>
                    <a:bodyPr/>
                    <a:lstStyle/>
                    <a:p>
                      <a:endParaRPr lang="en-US"/>
                    </a:p>
                  </a:txBody>
                  <a:tcPr anchor="ctr"/>
                </a:tc>
                <a:tc vMerge="1">
                  <a:txBody>
                    <a:bodyPr/>
                    <a:lstStyle/>
                    <a:p>
                      <a:endParaRPr lang="en-US"/>
                    </a:p>
                  </a:txBody>
                  <a:tcPr anchor="ctr"/>
                </a:tc>
                <a:tc vMerge="1">
                  <a:txBody>
                    <a:bodyPr/>
                    <a:lstStyle/>
                    <a:p>
                      <a:endParaRPr lang="en-US"/>
                    </a:p>
                  </a:txBody>
                  <a:tcPr/>
                </a:tc>
                <a:extLst>
                  <a:ext uri="{0D108BD9-81ED-4DB2-BD59-A6C34878D82A}">
                    <a16:rowId xmlns:a16="http://schemas.microsoft.com/office/drawing/2014/main" val="951110919"/>
                  </a:ext>
                </a:extLst>
              </a:tr>
              <a:tr h="1002082">
                <a:tc>
                  <a:txBody>
                    <a:bodyPr/>
                    <a:lstStyle/>
                    <a:p>
                      <a:pPr lvl="0" algn="ctr">
                        <a:buNone/>
                      </a:pPr>
                      <a:r>
                        <a:rPr lang="en-US" sz="1400" b="0" i="0" u="none" strike="noStrike" kern="1200" noProof="0">
                          <a:solidFill>
                            <a:srgbClr val="000000"/>
                          </a:solidFill>
                        </a:rPr>
                        <a:t>100209565</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13384.02</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13468.90</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2326233100002</a:t>
                      </a:r>
                      <a:endParaRPr lang="en-US" sz="1400"/>
                    </a:p>
                  </a:txBody>
                  <a:tcPr anchor="ctr"/>
                </a:tc>
                <a:tc>
                  <a:txBody>
                    <a:bodyPr/>
                    <a:lstStyle/>
                    <a:p>
                      <a:pPr lvl="0" algn="ctr">
                        <a:buNone/>
                      </a:pPr>
                      <a:r>
                        <a:rPr lang="en-US" sz="1400" b="0" i="0" u="none" strike="noStrike" kern="1200" noProof="0">
                          <a:solidFill>
                            <a:srgbClr val="000000"/>
                          </a:solidFill>
                        </a:rPr>
                        <a:t>0</a:t>
                      </a:r>
                    </a:p>
                  </a:txBody>
                  <a:tcPr anchor="ctr"/>
                </a:tc>
                <a:tc>
                  <a:txBody>
                    <a:bodyPr/>
                    <a:lstStyle/>
                    <a:p>
                      <a:pPr lvl="0" algn="ctr">
                        <a:buNone/>
                      </a:pPr>
                      <a:r>
                        <a:rPr lang="en-US" sz="1400" b="0" i="0" u="none" strike="noStrike" kern="1200" noProof="0">
                          <a:solidFill>
                            <a:srgbClr val="000000"/>
                          </a:solidFill>
                        </a:rPr>
                        <a:t>8486</a:t>
                      </a:r>
                      <a:endParaRPr lang="en-US" sz="1400"/>
                    </a:p>
                  </a:txBody>
                  <a:tcPr anchor="ctr"/>
                </a:tc>
                <a:tc>
                  <a:txBody>
                    <a:bodyPr/>
                    <a:lstStyle/>
                    <a:p>
                      <a:pPr lvl="0" algn="ctr">
                        <a:buNone/>
                      </a:pPr>
                      <a:r>
                        <a:rPr lang="en-US" sz="1400" b="0" i="0" u="none" strike="noStrike" kern="1200" noProof="0">
                          <a:solidFill>
                            <a:srgbClr val="FF0000"/>
                          </a:solidFill>
                        </a:rPr>
                        <a:t>84.88</a:t>
                      </a:r>
                    </a:p>
                  </a:txBody>
                  <a:tcPr anchor="ctr"/>
                </a:tc>
                <a:tc>
                  <a:txBody>
                    <a:bodyPr/>
                    <a:lstStyle/>
                    <a:p>
                      <a:pPr lvl="0" algn="ctr">
                        <a:buNone/>
                      </a:pPr>
                      <a:r>
                        <a:rPr lang="en-US" sz="1400" b="0" i="0" u="none" strike="noStrike" kern="1200" noProof="0">
                          <a:solidFill>
                            <a:srgbClr val="FF0000"/>
                          </a:solidFill>
                        </a:rPr>
                        <a:t>8486</a:t>
                      </a:r>
                    </a:p>
                  </a:txBody>
                  <a:tcPr anchor="ctr"/>
                </a:tc>
                <a:tc>
                  <a:txBody>
                    <a:bodyPr/>
                    <a:lstStyle/>
                    <a:p>
                      <a:pPr lvl="0" algn="ctr">
                        <a:buNone/>
                      </a:pPr>
                      <a:r>
                        <a:rPr lang="en-US" sz="1400" b="1" i="0" u="none" strike="noStrike" kern="1200" noProof="0">
                          <a:solidFill>
                            <a:srgbClr val="000000"/>
                          </a:solidFill>
                          <a:highlight>
                            <a:srgbClr val="FFFF00"/>
                          </a:highlight>
                        </a:rPr>
                        <a:t>0.02</a:t>
                      </a:r>
                    </a:p>
                  </a:txBody>
                  <a:tcPr anchor="ctr"/>
                </a:tc>
                <a:tc rowSpan="4">
                  <a:txBody>
                    <a:bodyPr/>
                    <a:lstStyle/>
                    <a:p>
                      <a:pPr lvl="0" algn="ctr">
                        <a:buNone/>
                      </a:pPr>
                      <a:r>
                        <a:rPr lang="en-US" sz="1400" b="0" i="0" u="none" strike="noStrike" kern="1200" noProof="0">
                          <a:solidFill>
                            <a:srgbClr val="000000"/>
                          </a:solidFill>
                        </a:rPr>
                        <a:t>due to the captured image of the meter in running condition, and the captured image and latest uplink have a few minute time differences, which cause consumption differences.</a:t>
                      </a:r>
                      <a:endParaRPr lang="en-US" sz="1400"/>
                    </a:p>
                  </a:txBody>
                  <a:tcPr anchor="ctr"/>
                </a:tc>
                <a:extLst>
                  <a:ext uri="{0D108BD9-81ED-4DB2-BD59-A6C34878D82A}">
                    <a16:rowId xmlns:a16="http://schemas.microsoft.com/office/drawing/2014/main" val="3776644733"/>
                  </a:ext>
                </a:extLst>
              </a:tr>
              <a:tr h="702165">
                <a:tc>
                  <a:txBody>
                    <a:bodyPr/>
                    <a:lstStyle/>
                    <a:p>
                      <a:pPr lvl="0" algn="ctr">
                        <a:buNone/>
                      </a:pPr>
                      <a:r>
                        <a:rPr lang="en-US" sz="1400" b="0" i="0" u="none" strike="noStrike" noProof="0">
                          <a:solidFill>
                            <a:srgbClr val="000000"/>
                          </a:solidFill>
                        </a:rPr>
                        <a:t>100424429</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30580.31</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rPr>
                        <a:t>30690.51</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2326233100003</a:t>
                      </a:r>
                      <a:endParaRPr lang="en-US" sz="1400">
                        <a:latin typeface="Arial"/>
                      </a:endParaRPr>
                    </a:p>
                  </a:txBody>
                  <a:tcPr anchor="ctr"/>
                </a:tc>
                <a:tc>
                  <a:txBody>
                    <a:bodyPr/>
                    <a:lstStyle/>
                    <a:p>
                      <a:pPr lvl="0" algn="ctr">
                        <a:buNone/>
                      </a:pPr>
                      <a:r>
                        <a:rPr lang="en-US" sz="1400" b="0" i="0" u="none" strike="noStrike" noProof="0">
                          <a:solidFill>
                            <a:srgbClr val="000000"/>
                          </a:solidFill>
                          <a:latin typeface="Arial"/>
                        </a:rPr>
                        <a:t>0</a:t>
                      </a:r>
                    </a:p>
                  </a:txBody>
                  <a:tcPr anchor="ctr"/>
                </a:tc>
                <a:tc>
                  <a:txBody>
                    <a:bodyPr/>
                    <a:lstStyle/>
                    <a:p>
                      <a:pPr lvl="0" algn="ctr">
                        <a:buNone/>
                      </a:pPr>
                      <a:r>
                        <a:rPr lang="en-US" sz="1400" b="0" i="0" u="none" strike="noStrike" noProof="0">
                          <a:solidFill>
                            <a:srgbClr val="000000"/>
                          </a:solidFill>
                          <a:latin typeface="Arial"/>
                        </a:rPr>
                        <a:t>11019</a:t>
                      </a:r>
                      <a:endParaRPr lang="en-US" sz="1400"/>
                    </a:p>
                  </a:txBody>
                  <a:tcPr anchor="ctr"/>
                </a:tc>
                <a:tc>
                  <a:txBody>
                    <a:bodyPr/>
                    <a:lstStyle/>
                    <a:p>
                      <a:pPr lvl="0" algn="ctr">
                        <a:buNone/>
                      </a:pPr>
                      <a:r>
                        <a:rPr lang="en-US" sz="1400" b="0" i="0" u="none" strike="noStrike" noProof="0">
                          <a:solidFill>
                            <a:srgbClr val="FF0000"/>
                          </a:solidFill>
                          <a:latin typeface="Arial"/>
                        </a:rPr>
                        <a:t>110.2</a:t>
                      </a:r>
                      <a:endParaRPr lang="en-US" sz="1400">
                        <a:solidFill>
                          <a:srgbClr val="FF0000"/>
                        </a:solidFill>
                      </a:endParaRPr>
                    </a:p>
                  </a:txBody>
                  <a:tcPr anchor="ctr"/>
                </a:tc>
                <a:tc>
                  <a:txBody>
                    <a:bodyPr/>
                    <a:lstStyle/>
                    <a:p>
                      <a:pPr lvl="0" algn="ctr">
                        <a:buNone/>
                      </a:pPr>
                      <a:r>
                        <a:rPr lang="en-US" sz="1400" b="0" i="0" u="none" strike="noStrike" noProof="0">
                          <a:solidFill>
                            <a:srgbClr val="FF0000"/>
                          </a:solidFill>
                          <a:latin typeface="Arial"/>
                        </a:rPr>
                        <a:t>110.19</a:t>
                      </a:r>
                    </a:p>
                  </a:txBody>
                  <a:tcPr anchor="ctr"/>
                </a:tc>
                <a:tc>
                  <a:txBody>
                    <a:bodyPr/>
                    <a:lstStyle/>
                    <a:p>
                      <a:pPr lvl="0" algn="ctr">
                        <a:buNone/>
                      </a:pPr>
                      <a:r>
                        <a:rPr lang="en-US" sz="1400" b="1" i="0" u="none" strike="noStrike" noProof="0">
                          <a:solidFill>
                            <a:srgbClr val="000000"/>
                          </a:solidFill>
                          <a:highlight>
                            <a:srgbClr val="FFFF00"/>
                          </a:highlight>
                          <a:latin typeface="Arial"/>
                        </a:rPr>
                        <a:t>0.01</a:t>
                      </a:r>
                    </a:p>
                    <a:p>
                      <a:pPr lvl="0" algn="ctr">
                        <a:buNone/>
                      </a:pPr>
                      <a:endParaRPr lang="en-US" sz="1400" b="1" i="0" u="none" strike="noStrike" noProof="0">
                        <a:solidFill>
                          <a:srgbClr val="000000"/>
                        </a:solidFill>
                        <a:highlight>
                          <a:srgbClr val="FFFF00"/>
                        </a:highlight>
                        <a:latin typeface="Arial"/>
                      </a:endParaRPr>
                    </a:p>
                  </a:txBody>
                  <a:tcPr anchor="ctr"/>
                </a:tc>
                <a:tc vMerge="1">
                  <a:txBody>
                    <a:bodyPr/>
                    <a:lstStyle/>
                    <a:p>
                      <a:endParaRPr lang="en-US"/>
                    </a:p>
                  </a:txBody>
                  <a:tcPr anchor="ctr"/>
                </a:tc>
                <a:extLst>
                  <a:ext uri="{0D108BD9-81ED-4DB2-BD59-A6C34878D82A}">
                    <a16:rowId xmlns:a16="http://schemas.microsoft.com/office/drawing/2014/main" val="2584783037"/>
                  </a:ext>
                </a:extLst>
              </a:tr>
              <a:tr h="702165">
                <a:tc>
                  <a:txBody>
                    <a:bodyPr/>
                    <a:lstStyle/>
                    <a:p>
                      <a:pPr lvl="0" algn="ctr">
                        <a:buNone/>
                      </a:pPr>
                      <a:r>
                        <a:rPr lang="en-US" sz="1400" b="0" i="0" u="none" strike="noStrike" noProof="0">
                          <a:solidFill>
                            <a:srgbClr val="000000"/>
                          </a:solidFill>
                        </a:rPr>
                        <a:t>100209425</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rPr>
                        <a:t>16976.55</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rPr>
                        <a:t>17036.78</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2326233100004</a:t>
                      </a:r>
                      <a:endParaRPr lang="en-US" sz="1400"/>
                    </a:p>
                  </a:txBody>
                  <a:tcPr anchor="ctr"/>
                </a:tc>
                <a:tc>
                  <a:txBody>
                    <a:bodyPr/>
                    <a:lstStyle/>
                    <a:p>
                      <a:pPr lvl="0" algn="ctr">
                        <a:buNone/>
                      </a:pPr>
                      <a:endParaRPr lang="en-US" sz="1400" b="0" i="0" u="none" strike="noStrike" noProof="0">
                        <a:solidFill>
                          <a:srgbClr val="000000"/>
                        </a:solidFill>
                        <a:latin typeface="Arial"/>
                      </a:endParaRPr>
                    </a:p>
                    <a:p>
                      <a:pPr lvl="0" algn="ctr">
                        <a:buNone/>
                      </a:pPr>
                      <a:r>
                        <a:rPr lang="en-US" sz="1400" b="0" i="0" u="none" strike="noStrike" noProof="0">
                          <a:solidFill>
                            <a:srgbClr val="000000"/>
                          </a:solidFill>
                          <a:latin typeface="Arial"/>
                        </a:rPr>
                        <a:t>0</a:t>
                      </a:r>
                    </a:p>
                  </a:txBody>
                  <a:tcPr anchor="ctr"/>
                </a:tc>
                <a:tc>
                  <a:txBody>
                    <a:bodyPr/>
                    <a:lstStyle/>
                    <a:p>
                      <a:pPr lvl="0" algn="ctr">
                        <a:buNone/>
                      </a:pPr>
                      <a:r>
                        <a:rPr lang="en-US" sz="1400" b="0" i="0" u="none" strike="noStrike" noProof="0">
                          <a:solidFill>
                            <a:srgbClr val="000000"/>
                          </a:solidFill>
                          <a:latin typeface="Arial"/>
                        </a:rPr>
                        <a:t>6017</a:t>
                      </a:r>
                      <a:endParaRPr lang="en-US" sz="1400"/>
                    </a:p>
                  </a:txBody>
                  <a:tcPr anchor="ctr"/>
                </a:tc>
                <a:tc>
                  <a:txBody>
                    <a:bodyPr/>
                    <a:lstStyle/>
                    <a:p>
                      <a:pPr lvl="0" algn="ctr">
                        <a:buNone/>
                      </a:pPr>
                      <a:r>
                        <a:rPr lang="en-US" sz="1400" b="0" i="0" u="none" strike="noStrike" noProof="0">
                          <a:solidFill>
                            <a:srgbClr val="FF0000"/>
                          </a:solidFill>
                          <a:latin typeface="Arial"/>
                        </a:rPr>
                        <a:t>60.23</a:t>
                      </a:r>
                    </a:p>
                  </a:txBody>
                  <a:tcPr anchor="ctr"/>
                </a:tc>
                <a:tc>
                  <a:txBody>
                    <a:bodyPr/>
                    <a:lstStyle/>
                    <a:p>
                      <a:pPr lvl="0" algn="ctr">
                        <a:buNone/>
                      </a:pPr>
                      <a:r>
                        <a:rPr lang="en-US" sz="1400" b="0" i="0" u="none" strike="noStrike" noProof="0">
                          <a:solidFill>
                            <a:srgbClr val="FF0000"/>
                          </a:solidFill>
                          <a:latin typeface="Arial"/>
                        </a:rPr>
                        <a:t>60.17</a:t>
                      </a:r>
                    </a:p>
                  </a:txBody>
                  <a:tcPr anchor="ctr"/>
                </a:tc>
                <a:tc>
                  <a:txBody>
                    <a:bodyPr/>
                    <a:lstStyle/>
                    <a:p>
                      <a:pPr lvl="0" algn="ctr">
                        <a:buNone/>
                      </a:pPr>
                      <a:r>
                        <a:rPr lang="en-US" sz="1400" b="1" i="0" u="none" strike="noStrike" noProof="0">
                          <a:solidFill>
                            <a:srgbClr val="000000"/>
                          </a:solidFill>
                          <a:highlight>
                            <a:srgbClr val="FFFF00"/>
                          </a:highlight>
                          <a:latin typeface="Arial"/>
                        </a:rPr>
                        <a:t>0.06</a:t>
                      </a:r>
                    </a:p>
                  </a:txBody>
                  <a:tcPr anchor="ctr"/>
                </a:tc>
                <a:tc vMerge="1">
                  <a:txBody>
                    <a:bodyPr/>
                    <a:lstStyle/>
                    <a:p>
                      <a:endParaRPr lang="en-US"/>
                    </a:p>
                  </a:txBody>
                  <a:tcPr anchor="ctr"/>
                </a:tc>
                <a:extLst>
                  <a:ext uri="{0D108BD9-81ED-4DB2-BD59-A6C34878D82A}">
                    <a16:rowId xmlns:a16="http://schemas.microsoft.com/office/drawing/2014/main" val="3793019390"/>
                  </a:ext>
                </a:extLst>
              </a:tr>
              <a:tr h="702165">
                <a:tc>
                  <a:txBody>
                    <a:bodyPr/>
                    <a:lstStyle/>
                    <a:p>
                      <a:pPr lvl="0" algn="ctr">
                        <a:buNone/>
                      </a:pPr>
                      <a:r>
                        <a:rPr lang="en-US" sz="1400" b="0" i="0" u="none" strike="noStrike" kern="1200" noProof="0">
                          <a:solidFill>
                            <a:srgbClr val="000000"/>
                          </a:solidFill>
                        </a:rPr>
                        <a:t>150609087</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rPr>
                        <a:t>21431.71</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rPr>
                        <a:t>21563.72</a:t>
                      </a:r>
                      <a:endParaRPr lang="en-US" sz="1400"/>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Arial"/>
                        </a:rPr>
                        <a:t>2326233100005</a:t>
                      </a:r>
                      <a:endParaRPr lang="en-US" sz="1400"/>
                    </a:p>
                  </a:txBody>
                  <a:tcPr anchor="ctr"/>
                </a:tc>
                <a:tc>
                  <a:txBody>
                    <a:bodyPr/>
                    <a:lstStyle/>
                    <a:p>
                      <a:pPr lvl="0" algn="ctr">
                        <a:buNone/>
                      </a:pPr>
                      <a:r>
                        <a:rPr lang="en-US" sz="1400" b="0" i="0" u="none" strike="noStrike" kern="1200" noProof="0">
                          <a:solidFill>
                            <a:srgbClr val="000000"/>
                          </a:solidFill>
                          <a:latin typeface="Arial"/>
                        </a:rPr>
                        <a:t>0</a:t>
                      </a:r>
                    </a:p>
                  </a:txBody>
                  <a:tcPr anchor="ctr"/>
                </a:tc>
                <a:tc>
                  <a:txBody>
                    <a:bodyPr/>
                    <a:lstStyle/>
                    <a:p>
                      <a:pPr lvl="0" algn="ctr">
                        <a:buNone/>
                      </a:pPr>
                      <a:r>
                        <a:rPr lang="en-US" sz="1400" b="0" i="0" u="none" strike="noStrike" kern="1200" noProof="0">
                          <a:solidFill>
                            <a:srgbClr val="000000"/>
                          </a:solidFill>
                          <a:latin typeface="Arial"/>
                        </a:rPr>
                        <a:t>13159</a:t>
                      </a:r>
                      <a:endParaRPr lang="en-US" sz="1400"/>
                    </a:p>
                  </a:txBody>
                  <a:tcPr anchor="ctr"/>
                </a:tc>
                <a:tc>
                  <a:txBody>
                    <a:bodyPr/>
                    <a:lstStyle/>
                    <a:p>
                      <a:pPr lvl="0" algn="ctr">
                        <a:buNone/>
                      </a:pPr>
                      <a:r>
                        <a:rPr lang="en-US" sz="1400" b="0" i="0" u="none" strike="noStrike" kern="1200" noProof="0">
                          <a:solidFill>
                            <a:srgbClr val="FF0000"/>
                          </a:solidFill>
                          <a:latin typeface="Arial"/>
                        </a:rPr>
                        <a:t>132.01</a:t>
                      </a:r>
                    </a:p>
                  </a:txBody>
                  <a:tcPr anchor="ctr"/>
                </a:tc>
                <a:tc>
                  <a:txBody>
                    <a:bodyPr/>
                    <a:lstStyle/>
                    <a:p>
                      <a:pPr lvl="0" algn="ctr">
                        <a:buNone/>
                      </a:pPr>
                      <a:r>
                        <a:rPr lang="en-US" sz="1400" b="0" i="0" u="none" strike="noStrike" kern="1200" noProof="0">
                          <a:solidFill>
                            <a:srgbClr val="FF0000"/>
                          </a:solidFill>
                          <a:latin typeface="Arial"/>
                        </a:rPr>
                        <a:t>131.59</a:t>
                      </a:r>
                    </a:p>
                  </a:txBody>
                  <a:tcPr anchor="ctr"/>
                </a:tc>
                <a:tc>
                  <a:txBody>
                    <a:bodyPr/>
                    <a:lstStyle/>
                    <a:p>
                      <a:pPr lvl="0" algn="ctr">
                        <a:buNone/>
                      </a:pPr>
                      <a:r>
                        <a:rPr lang="en-US" sz="1400" b="1" i="0" u="none" strike="noStrike" kern="1200" noProof="0">
                          <a:solidFill>
                            <a:srgbClr val="000000"/>
                          </a:solidFill>
                          <a:highlight>
                            <a:srgbClr val="FFFF00"/>
                          </a:highlight>
                          <a:latin typeface="Arial"/>
                        </a:rPr>
                        <a:t>0.42</a:t>
                      </a:r>
                    </a:p>
                  </a:txBody>
                  <a:tcPr anchor="ctr"/>
                </a:tc>
                <a:tc vMerge="1">
                  <a:txBody>
                    <a:bodyPr/>
                    <a:lstStyle/>
                    <a:p>
                      <a:endParaRPr lang="en-US"/>
                    </a:p>
                  </a:txBody>
                  <a:tcPr anchor="ctr"/>
                </a:tc>
                <a:extLst>
                  <a:ext uri="{0D108BD9-81ED-4DB2-BD59-A6C34878D82A}">
                    <a16:rowId xmlns:a16="http://schemas.microsoft.com/office/drawing/2014/main" val="2597180842"/>
                  </a:ext>
                </a:extLst>
              </a:tr>
            </a:tbl>
          </a:graphicData>
        </a:graphic>
      </p:graphicFrame>
    </p:spTree>
    <p:extLst>
      <p:ext uri="{BB962C8B-B14F-4D97-AF65-F5344CB8AC3E}">
        <p14:creationId xmlns:p14="http://schemas.microsoft.com/office/powerpoint/2010/main" val="1064819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9</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graphicFrame>
        <p:nvGraphicFramePr>
          <p:cNvPr id="5" name="Table 4">
            <a:extLst>
              <a:ext uri="{FF2B5EF4-FFF2-40B4-BE49-F238E27FC236}">
                <a16:creationId xmlns:a16="http://schemas.microsoft.com/office/drawing/2014/main" id="{5C894BC2-BB9B-C295-0966-0A2CF1F5BC2E}"/>
              </a:ext>
            </a:extLst>
          </p:cNvPr>
          <p:cNvGraphicFramePr>
            <a:graphicFrameLocks noGrp="1"/>
          </p:cNvGraphicFramePr>
          <p:nvPr>
            <p:extLst>
              <p:ext uri="{D42A27DB-BD31-4B8C-83A1-F6EECF244321}">
                <p14:modId xmlns:p14="http://schemas.microsoft.com/office/powerpoint/2010/main" val="2289789871"/>
              </p:ext>
            </p:extLst>
          </p:nvPr>
        </p:nvGraphicFramePr>
        <p:xfrm>
          <a:off x="563127" y="1315819"/>
          <a:ext cx="11243275" cy="3139440"/>
        </p:xfrm>
        <a:graphic>
          <a:graphicData uri="http://schemas.openxmlformats.org/drawingml/2006/table">
            <a:tbl>
              <a:tblPr firstRow="1" bandRow="1">
                <a:tableStyleId>{5C22544A-7EE6-4342-B048-85BDC9FD1C3A}</a:tableStyleId>
              </a:tblPr>
              <a:tblGrid>
                <a:gridCol w="521989">
                  <a:extLst>
                    <a:ext uri="{9D8B030D-6E8A-4147-A177-3AD203B41FA5}">
                      <a16:colId xmlns:a16="http://schemas.microsoft.com/office/drawing/2014/main" val="2075853167"/>
                    </a:ext>
                  </a:extLst>
                </a:gridCol>
                <a:gridCol w="1473868">
                  <a:extLst>
                    <a:ext uri="{9D8B030D-6E8A-4147-A177-3AD203B41FA5}">
                      <a16:colId xmlns:a16="http://schemas.microsoft.com/office/drawing/2014/main" val="1925289485"/>
                    </a:ext>
                  </a:extLst>
                </a:gridCol>
                <a:gridCol w="1915567">
                  <a:extLst>
                    <a:ext uri="{9D8B030D-6E8A-4147-A177-3AD203B41FA5}">
                      <a16:colId xmlns:a16="http://schemas.microsoft.com/office/drawing/2014/main" val="1514342170"/>
                    </a:ext>
                  </a:extLst>
                </a:gridCol>
                <a:gridCol w="1153081">
                  <a:extLst>
                    <a:ext uri="{9D8B030D-6E8A-4147-A177-3AD203B41FA5}">
                      <a16:colId xmlns:a16="http://schemas.microsoft.com/office/drawing/2014/main" val="2995351599"/>
                    </a:ext>
                  </a:extLst>
                </a:gridCol>
                <a:gridCol w="978227">
                  <a:extLst>
                    <a:ext uri="{9D8B030D-6E8A-4147-A177-3AD203B41FA5}">
                      <a16:colId xmlns:a16="http://schemas.microsoft.com/office/drawing/2014/main" val="2003668569"/>
                    </a:ext>
                  </a:extLst>
                </a:gridCol>
                <a:gridCol w="1218023">
                  <a:extLst>
                    <a:ext uri="{9D8B030D-6E8A-4147-A177-3AD203B41FA5}">
                      <a16:colId xmlns:a16="http://schemas.microsoft.com/office/drawing/2014/main" val="3182478046"/>
                    </a:ext>
                  </a:extLst>
                </a:gridCol>
                <a:gridCol w="871468">
                  <a:extLst>
                    <a:ext uri="{9D8B030D-6E8A-4147-A177-3AD203B41FA5}">
                      <a16:colId xmlns:a16="http://schemas.microsoft.com/office/drawing/2014/main" val="272463582"/>
                    </a:ext>
                  </a:extLst>
                </a:gridCol>
                <a:gridCol w="1127656">
                  <a:extLst>
                    <a:ext uri="{9D8B030D-6E8A-4147-A177-3AD203B41FA5}">
                      <a16:colId xmlns:a16="http://schemas.microsoft.com/office/drawing/2014/main" val="1466868814"/>
                    </a:ext>
                  </a:extLst>
                </a:gridCol>
                <a:gridCol w="1983396">
                  <a:extLst>
                    <a:ext uri="{9D8B030D-6E8A-4147-A177-3AD203B41FA5}">
                      <a16:colId xmlns:a16="http://schemas.microsoft.com/office/drawing/2014/main" val="3678416370"/>
                    </a:ext>
                  </a:extLst>
                </a:gridCol>
              </a:tblGrid>
              <a:tr h="323296">
                <a:tc gridSpan="9">
                  <a:txBody>
                    <a:bodyPr/>
                    <a:lstStyle/>
                    <a:p>
                      <a:pPr lvl="0" algn="l">
                        <a:buNone/>
                      </a:pPr>
                      <a:r>
                        <a:rPr lang="en-US" sz="1600">
                          <a:solidFill>
                            <a:schemeClr val="tx1"/>
                          </a:solidFill>
                        </a:rPr>
                        <a:t>Device Run time and D2C message (18/03/2024)</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89223644"/>
                  </a:ext>
                </a:extLst>
              </a:tr>
              <a:tr h="384460">
                <a:tc>
                  <a:txBody>
                    <a:bodyPr/>
                    <a:lstStyle/>
                    <a:p>
                      <a:pPr algn="ctr"/>
                      <a:r>
                        <a:rPr lang="en-US" sz="1400" b="1" i="0" u="none" strike="noStrike" kern="1200">
                          <a:solidFill>
                            <a:schemeClr val="tx1"/>
                          </a:solidFill>
                          <a:latin typeface="Arial"/>
                          <a:ea typeface="+mn-ea"/>
                          <a:cs typeface="+mn-cs"/>
                        </a:rPr>
                        <a:t>SR NO</a:t>
                      </a:r>
                    </a:p>
                  </a:txBody>
                  <a:tcPr/>
                </a:tc>
                <a:tc>
                  <a:txBody>
                    <a:bodyPr/>
                    <a:lstStyle/>
                    <a:p>
                      <a:pPr algn="ctr"/>
                      <a:r>
                        <a:rPr lang="en-US" sz="1400" b="1" i="0" u="none" strike="noStrike" kern="1200">
                          <a:solidFill>
                            <a:schemeClr val="tx1"/>
                          </a:solidFill>
                          <a:latin typeface="Arial"/>
                          <a:ea typeface="+mn-ea"/>
                          <a:cs typeface="+mn-cs"/>
                        </a:rPr>
                        <a:t>Device ID </a:t>
                      </a:r>
                    </a:p>
                  </a:txBody>
                  <a:tcPr/>
                </a:tc>
                <a:tc>
                  <a:txBody>
                    <a:bodyPr/>
                    <a:lstStyle/>
                    <a:p>
                      <a:pPr lvl="0" algn="ctr">
                        <a:buNone/>
                      </a:pPr>
                      <a:r>
                        <a:rPr lang="en-US" sz="1400" b="1" i="0" u="none" strike="noStrike" kern="1200" noProof="0">
                          <a:solidFill>
                            <a:schemeClr val="tx1"/>
                          </a:solidFill>
                          <a:latin typeface="Arial"/>
                          <a:ea typeface="+mn-ea"/>
                          <a:cs typeface="+mn-cs"/>
                        </a:rPr>
                        <a:t>PLM ID</a:t>
                      </a:r>
                      <a:endParaRPr lang="en-US" sz="1400" b="1" i="0" u="none" strike="noStrike" kern="1200">
                        <a:solidFill>
                          <a:schemeClr val="tx1"/>
                        </a:solidFill>
                        <a:latin typeface="Arial"/>
                        <a:ea typeface="+mn-ea"/>
                        <a:cs typeface="+mn-cs"/>
                      </a:endParaRPr>
                    </a:p>
                  </a:txBody>
                  <a:tcPr/>
                </a:tc>
                <a:tc>
                  <a:txBody>
                    <a:bodyPr/>
                    <a:lstStyle/>
                    <a:p>
                      <a:pPr lvl="0" algn="ctr">
                        <a:buNone/>
                      </a:pPr>
                      <a:r>
                        <a:rPr lang="en-US" sz="1400" b="1" i="0" u="none" strike="noStrike" kern="1200">
                          <a:solidFill>
                            <a:schemeClr val="tx1"/>
                          </a:solidFill>
                          <a:latin typeface="Arial"/>
                          <a:ea typeface="+mn-ea"/>
                          <a:cs typeface="+mn-cs"/>
                        </a:rPr>
                        <a:t>Installation date </a:t>
                      </a:r>
                    </a:p>
                  </a:txBody>
                  <a:tcPr/>
                </a:tc>
                <a:tc>
                  <a:txBody>
                    <a:bodyPr/>
                    <a:lstStyle/>
                    <a:p>
                      <a:pPr lvl="0" algn="ctr">
                        <a:buNone/>
                      </a:pPr>
                      <a:r>
                        <a:rPr lang="en-US" sz="1400" b="1" i="0" u="none" strike="noStrike" kern="1200" noProof="0">
                          <a:solidFill>
                            <a:schemeClr val="tx1"/>
                          </a:solidFill>
                          <a:latin typeface="Arial"/>
                        </a:rPr>
                        <a:t>Installation time</a:t>
                      </a:r>
                    </a:p>
                  </a:txBody>
                  <a:tcPr/>
                </a:tc>
                <a:tc>
                  <a:txBody>
                    <a:bodyPr/>
                    <a:lstStyle/>
                    <a:p>
                      <a:pPr algn="ctr"/>
                      <a:r>
                        <a:rPr lang="en-US" sz="1400" b="1" i="0" u="none" strike="noStrike" kern="1200">
                          <a:solidFill>
                            <a:schemeClr val="tx1"/>
                          </a:solidFill>
                          <a:latin typeface="Arial"/>
                          <a:ea typeface="+mn-ea"/>
                          <a:cs typeface="+mn-cs"/>
                        </a:rPr>
                        <a:t>Run time in Hours </a:t>
                      </a:r>
                    </a:p>
                  </a:txBody>
                  <a:tcPr/>
                </a:tc>
                <a:tc>
                  <a:txBody>
                    <a:bodyPr/>
                    <a:lstStyle/>
                    <a:p>
                      <a:pPr algn="ctr"/>
                      <a:r>
                        <a:rPr lang="en-US" sz="1400" b="1" i="0" u="none" strike="noStrike" kern="1200">
                          <a:solidFill>
                            <a:schemeClr val="tx1"/>
                          </a:solidFill>
                          <a:latin typeface="Arial"/>
                          <a:ea typeface="+mn-ea"/>
                          <a:cs typeface="+mn-cs"/>
                        </a:rPr>
                        <a:t>Number of D2C message </a:t>
                      </a:r>
                    </a:p>
                  </a:txBody>
                  <a:tcPr/>
                </a:tc>
                <a:tc>
                  <a:txBody>
                    <a:bodyPr/>
                    <a:lstStyle/>
                    <a:p>
                      <a:pPr lvl="0" algn="ctr">
                        <a:buNone/>
                      </a:pPr>
                      <a:r>
                        <a:rPr lang="en-US" sz="1400" b="1" i="0" u="none" strike="noStrike" kern="1200">
                          <a:solidFill>
                            <a:schemeClr val="tx1"/>
                          </a:solidFill>
                          <a:latin typeface="Arial"/>
                          <a:ea typeface="+mn-ea"/>
                          <a:cs typeface="+mn-cs"/>
                        </a:rPr>
                        <a:t>Missed D2C    </a:t>
                      </a:r>
                      <a:r>
                        <a:rPr lang="en-US" sz="1400" b="1" i="0" u="none" strike="noStrike" kern="1200" noProof="0">
                          <a:solidFill>
                            <a:schemeClr val="tx1"/>
                          </a:solidFill>
                          <a:latin typeface="Arial"/>
                          <a:ea typeface="+mn-ea"/>
                          <a:cs typeface="+mn-cs"/>
                        </a:rPr>
                        <a:t>message</a:t>
                      </a:r>
                      <a:endParaRPr lang="en-US" sz="1400" b="1" i="0" u="none" strike="noStrike" kern="1200">
                        <a:solidFill>
                          <a:schemeClr val="tx1"/>
                        </a:solidFill>
                        <a:latin typeface="Arial"/>
                        <a:ea typeface="+mn-ea"/>
                        <a:cs typeface="+mn-cs"/>
                      </a:endParaRPr>
                    </a:p>
                  </a:txBody>
                  <a:tcPr/>
                </a:tc>
                <a:tc>
                  <a:txBody>
                    <a:bodyPr/>
                    <a:lstStyle/>
                    <a:p>
                      <a:pPr algn="ctr"/>
                      <a:r>
                        <a:rPr lang="en-US" sz="1400" b="1" i="0" u="none" strike="noStrike" kern="1200">
                          <a:solidFill>
                            <a:schemeClr val="tx1"/>
                          </a:solidFill>
                          <a:latin typeface="Arial"/>
                          <a:ea typeface="+mn-ea"/>
                          <a:cs typeface="+mn-cs"/>
                        </a:rPr>
                        <a:t>Remarks</a:t>
                      </a:r>
                    </a:p>
                  </a:txBody>
                  <a:tcPr/>
                </a:tc>
                <a:extLst>
                  <a:ext uri="{0D108BD9-81ED-4DB2-BD59-A6C34878D82A}">
                    <a16:rowId xmlns:a16="http://schemas.microsoft.com/office/drawing/2014/main" val="3740307841"/>
                  </a:ext>
                </a:extLst>
              </a:tr>
              <a:tr h="235918">
                <a:tc>
                  <a:txBody>
                    <a:bodyPr/>
                    <a:lstStyle/>
                    <a:p>
                      <a:pPr algn="ctr"/>
                      <a:r>
                        <a:rPr lang="en-US" sz="1400"/>
                        <a:t>1</a:t>
                      </a:r>
                    </a:p>
                  </a:txBody>
                  <a:tcPr anchor="ctr"/>
                </a:tc>
                <a:tc>
                  <a:txBody>
                    <a:bodyPr/>
                    <a:lstStyle/>
                    <a:p>
                      <a:pPr lvl="0" algn="ctr">
                        <a:lnSpc>
                          <a:spcPct val="100000"/>
                        </a:lnSpc>
                        <a:spcBef>
                          <a:spcPts val="0"/>
                        </a:spcBef>
                        <a:spcAft>
                          <a:spcPts val="0"/>
                        </a:spcAft>
                        <a:buNone/>
                      </a:pPr>
                      <a:r>
                        <a:rPr lang="en-US" sz="1400" b="0" i="0" u="none" strike="noStrike" baseline="0" noProof="0">
                          <a:solidFill>
                            <a:srgbClr val="000000"/>
                          </a:solidFill>
                          <a:latin typeface="Arial"/>
                        </a:rPr>
                        <a:t>2326233100002</a:t>
                      </a:r>
                    </a:p>
                  </a:txBody>
                  <a:tcPr anchor="ctr"/>
                </a:tc>
                <a:tc>
                  <a:txBody>
                    <a:bodyPr/>
                    <a:lstStyle/>
                    <a:p>
                      <a:pPr lvl="0" algn="ctr">
                        <a:buNone/>
                      </a:pPr>
                      <a:r>
                        <a:rPr lang="en-US" sz="1400" b="0" i="0" u="none" strike="noStrike" noProof="0">
                          <a:latin typeface="Arial"/>
                        </a:rPr>
                        <a:t>PALBWOZPLgEYQj78</a:t>
                      </a:r>
                      <a:endParaRPr lang="en-US" sz="1400"/>
                    </a:p>
                  </a:txBody>
                  <a:tcPr anchor="ctr"/>
                </a:tc>
                <a:tc>
                  <a:txBody>
                    <a:bodyPr/>
                    <a:lstStyle/>
                    <a:p>
                      <a:pPr lvl="0" algn="ctr">
                        <a:buNone/>
                      </a:pPr>
                      <a:r>
                        <a:rPr lang="en-US" sz="1400" kern="1200" noProof="0">
                          <a:solidFill>
                            <a:schemeClr val="dk1"/>
                          </a:solidFill>
                          <a:latin typeface="+mn-lt"/>
                          <a:ea typeface="+mn-ea"/>
                          <a:cs typeface="+mn-cs"/>
                        </a:rPr>
                        <a:t>06/02/2024</a:t>
                      </a:r>
                    </a:p>
                  </a:txBody>
                  <a:tcPr anchor="ctr"/>
                </a:tc>
                <a:tc>
                  <a:txBody>
                    <a:bodyPr/>
                    <a:lstStyle/>
                    <a:p>
                      <a:pPr lvl="0" algn="ctr">
                        <a:buNone/>
                      </a:pPr>
                      <a:r>
                        <a:rPr lang="en-US" sz="1400" kern="1200" noProof="0">
                          <a:solidFill>
                            <a:schemeClr val="dk1"/>
                          </a:solidFill>
                          <a:latin typeface="+mn-lt"/>
                          <a:ea typeface="+mn-ea"/>
                          <a:cs typeface="+mn-cs"/>
                        </a:rPr>
                        <a:t>13:28:25</a:t>
                      </a:r>
                    </a:p>
                  </a:txBody>
                  <a:tcPr anchor="ctr"/>
                </a:tc>
                <a:tc>
                  <a:txBody>
                    <a:bodyPr/>
                    <a:lstStyle/>
                    <a:p>
                      <a:pPr lvl="0" algn="ctr">
                        <a:buNone/>
                      </a:pPr>
                      <a:r>
                        <a:rPr lang="en-US" sz="1400" kern="1200" noProof="0">
                          <a:solidFill>
                            <a:schemeClr val="dk1"/>
                          </a:solidFill>
                          <a:latin typeface="+mn-lt"/>
                          <a:ea typeface="+mn-ea"/>
                          <a:cs typeface="+mn-cs"/>
                        </a:rPr>
                        <a:t>988</a:t>
                      </a:r>
                      <a:endParaRPr lang="en-US" sz="1400" kern="1200">
                        <a:solidFill>
                          <a:schemeClr val="dk1"/>
                        </a:solidFill>
                        <a:latin typeface="+mn-lt"/>
                        <a:ea typeface="+mn-ea"/>
                        <a:cs typeface="+mn-cs"/>
                      </a:endParaRPr>
                    </a:p>
                  </a:txBody>
                  <a:tcPr anchor="ctr"/>
                </a:tc>
                <a:tc>
                  <a:txBody>
                    <a:bodyPr/>
                    <a:lstStyle/>
                    <a:p>
                      <a:pPr algn="ctr"/>
                      <a:r>
                        <a:rPr lang="en-US" sz="1400"/>
                        <a:t>932</a:t>
                      </a:r>
                    </a:p>
                  </a:txBody>
                  <a:tcPr anchor="ctr"/>
                </a:tc>
                <a:tc>
                  <a:txBody>
                    <a:bodyPr/>
                    <a:lstStyle/>
                    <a:p>
                      <a:pPr lvl="0" algn="ctr">
                        <a:buNone/>
                      </a:pPr>
                      <a:r>
                        <a:rPr lang="en-US" sz="1400"/>
                        <a:t>4</a:t>
                      </a:r>
                    </a:p>
                  </a:txBody>
                  <a:tcPr anchor="ctr"/>
                </a:tc>
                <a:tc>
                  <a:txBody>
                    <a:bodyPr/>
                    <a:lstStyle/>
                    <a:p>
                      <a:pPr algn="ctr"/>
                      <a:endParaRPr lang="en-US" sz="1400"/>
                    </a:p>
                  </a:txBody>
                  <a:tcPr anchor="ctr"/>
                </a:tc>
                <a:extLst>
                  <a:ext uri="{0D108BD9-81ED-4DB2-BD59-A6C34878D82A}">
                    <a16:rowId xmlns:a16="http://schemas.microsoft.com/office/drawing/2014/main" val="1683400694"/>
                  </a:ext>
                </a:extLst>
              </a:tr>
              <a:tr h="235918">
                <a:tc>
                  <a:txBody>
                    <a:bodyPr/>
                    <a:lstStyle/>
                    <a:p>
                      <a:pPr algn="ctr"/>
                      <a:r>
                        <a:rPr lang="en-US" sz="1400"/>
                        <a:t>2</a:t>
                      </a:r>
                    </a:p>
                  </a:txBody>
                  <a:tcPr anchor="ctr"/>
                </a:tc>
                <a:tc>
                  <a:txBody>
                    <a:bodyPr/>
                    <a:lstStyle/>
                    <a:p>
                      <a:pPr lvl="0" algn="ctr">
                        <a:buNone/>
                      </a:pPr>
                      <a:r>
                        <a:rPr lang="en-US" sz="1400" b="0" i="0" u="none" strike="noStrike" noProof="0">
                          <a:solidFill>
                            <a:srgbClr val="000000"/>
                          </a:solidFill>
                          <a:latin typeface="Arial"/>
                        </a:rPr>
                        <a:t>2326233100005</a:t>
                      </a:r>
                      <a:endParaRPr lang="en-US" sz="1400"/>
                    </a:p>
                  </a:txBody>
                  <a:tcPr anchor="ctr"/>
                </a:tc>
                <a:tc>
                  <a:txBody>
                    <a:bodyPr/>
                    <a:lstStyle/>
                    <a:p>
                      <a:pPr lvl="0" algn="ctr">
                        <a:buNone/>
                      </a:pPr>
                      <a:r>
                        <a:rPr lang="en-US" sz="1400" b="0" i="0" u="none" strike="noStrike" noProof="0">
                          <a:latin typeface="Arial"/>
                        </a:rPr>
                        <a:t>PAJ0Zzx4JZEjdt9I </a:t>
                      </a:r>
                      <a:endParaRPr lang="en-US" sz="1400"/>
                    </a:p>
                  </a:txBody>
                  <a:tcPr anchor="ctr"/>
                </a:tc>
                <a:tc>
                  <a:txBody>
                    <a:bodyPr/>
                    <a:lstStyle/>
                    <a:p>
                      <a:pPr lvl="0" algn="ctr">
                        <a:buNone/>
                      </a:pPr>
                      <a:r>
                        <a:rPr lang="en-US" sz="1400" b="0" i="0" u="none" strike="noStrike" kern="1200" noProof="0">
                          <a:solidFill>
                            <a:schemeClr val="dk1"/>
                          </a:solidFill>
                          <a:latin typeface="Arial"/>
                        </a:rPr>
                        <a:t>06/02/2024</a:t>
                      </a:r>
                      <a:endParaRPr lang="en-US" sz="1400"/>
                    </a:p>
                  </a:txBody>
                  <a:tcPr anchor="ctr"/>
                </a:tc>
                <a:tc>
                  <a:txBody>
                    <a:bodyPr/>
                    <a:lstStyle/>
                    <a:p>
                      <a:pPr lvl="0" algn="ctr">
                        <a:buNone/>
                      </a:pPr>
                      <a:r>
                        <a:rPr lang="en-US" sz="1400" kern="1200" noProof="0">
                          <a:solidFill>
                            <a:schemeClr val="dk1"/>
                          </a:solidFill>
                          <a:latin typeface="+mn-lt"/>
                          <a:ea typeface="+mn-ea"/>
                          <a:cs typeface="+mn-cs"/>
                        </a:rPr>
                        <a:t>12:37:45</a:t>
                      </a:r>
                    </a:p>
                  </a:txBody>
                  <a:tcPr anchor="ctr"/>
                </a:tc>
                <a:tc>
                  <a:txBody>
                    <a:bodyPr/>
                    <a:lstStyle/>
                    <a:p>
                      <a:pPr algn="ctr"/>
                      <a:r>
                        <a:rPr lang="en-US" sz="1400" kern="1200" noProof="0">
                          <a:solidFill>
                            <a:schemeClr val="dk1"/>
                          </a:solidFill>
                          <a:latin typeface="+mn-lt"/>
                          <a:ea typeface="+mn-ea"/>
                          <a:cs typeface="+mn-cs"/>
                        </a:rPr>
                        <a:t>1000</a:t>
                      </a:r>
                      <a:endParaRPr lang="en-US" sz="1400" kern="1200">
                        <a:solidFill>
                          <a:schemeClr val="dk1"/>
                        </a:solidFill>
                        <a:latin typeface="+mn-lt"/>
                        <a:ea typeface="+mn-ea"/>
                        <a:cs typeface="+mn-cs"/>
                      </a:endParaRPr>
                    </a:p>
                  </a:txBody>
                  <a:tcPr anchor="ctr"/>
                </a:tc>
                <a:tc>
                  <a:txBody>
                    <a:bodyPr/>
                    <a:lstStyle/>
                    <a:p>
                      <a:pPr algn="ctr"/>
                      <a:r>
                        <a:rPr lang="en-US" sz="1400"/>
                        <a:t>987</a:t>
                      </a:r>
                    </a:p>
                  </a:txBody>
                  <a:tcPr anchor="ctr"/>
                </a:tc>
                <a:tc>
                  <a:txBody>
                    <a:bodyPr/>
                    <a:lstStyle/>
                    <a:p>
                      <a:pPr lvl="0" algn="ctr">
                        <a:buNone/>
                      </a:pPr>
                      <a:r>
                        <a:rPr lang="en-US" sz="1400"/>
                        <a:t>3</a:t>
                      </a:r>
                    </a:p>
                  </a:txBody>
                  <a:tcPr anchor="ctr"/>
                </a:tc>
                <a:tc>
                  <a:txBody>
                    <a:bodyPr/>
                    <a:lstStyle/>
                    <a:p>
                      <a:pPr algn="ctr"/>
                      <a:endParaRPr lang="en-US" sz="1400"/>
                    </a:p>
                  </a:txBody>
                  <a:tcPr anchor="ctr"/>
                </a:tc>
                <a:extLst>
                  <a:ext uri="{0D108BD9-81ED-4DB2-BD59-A6C34878D82A}">
                    <a16:rowId xmlns:a16="http://schemas.microsoft.com/office/drawing/2014/main" val="2120769225"/>
                  </a:ext>
                </a:extLst>
              </a:tr>
              <a:tr h="235918">
                <a:tc>
                  <a:txBody>
                    <a:bodyPr/>
                    <a:lstStyle/>
                    <a:p>
                      <a:pPr algn="ctr"/>
                      <a:r>
                        <a:rPr lang="en-US" sz="1400"/>
                        <a:t>3</a:t>
                      </a:r>
                    </a:p>
                  </a:txBody>
                  <a:tcPr anchor="ctr"/>
                </a:tc>
                <a:tc>
                  <a:txBody>
                    <a:bodyPr/>
                    <a:lstStyle/>
                    <a:p>
                      <a:pPr lvl="0" algn="ctr">
                        <a:lnSpc>
                          <a:spcPct val="100000"/>
                        </a:lnSpc>
                        <a:spcBef>
                          <a:spcPts val="0"/>
                        </a:spcBef>
                        <a:spcAft>
                          <a:spcPts val="0"/>
                        </a:spcAft>
                        <a:buNone/>
                      </a:pPr>
                      <a:r>
                        <a:rPr lang="en-US" sz="1400" b="0" i="0" u="none" strike="noStrike" noProof="0">
                          <a:solidFill>
                            <a:srgbClr val="000000"/>
                          </a:solidFill>
                          <a:latin typeface="Calibri"/>
                        </a:rPr>
                        <a:t>2326233100004</a:t>
                      </a:r>
                    </a:p>
                  </a:txBody>
                  <a:tcPr anchor="ctr"/>
                </a:tc>
                <a:tc>
                  <a:txBody>
                    <a:bodyPr/>
                    <a:lstStyle/>
                    <a:p>
                      <a:pPr lvl="0" algn="ctr">
                        <a:buNone/>
                      </a:pPr>
                      <a:r>
                        <a:rPr lang="en-US" sz="1400" b="0" i="0" u="none" strike="noStrike" noProof="0">
                          <a:latin typeface="Arial"/>
                        </a:rPr>
                        <a:t>PIo8xRYG5RDO0mg</a:t>
                      </a:r>
                      <a:endParaRPr lang="en-US" sz="1400"/>
                    </a:p>
                  </a:txBody>
                  <a:tcPr anchor="ctr"/>
                </a:tc>
                <a:tc>
                  <a:txBody>
                    <a:bodyPr/>
                    <a:lstStyle/>
                    <a:p>
                      <a:pPr lvl="0" algn="ctr">
                        <a:buNone/>
                      </a:pPr>
                      <a:r>
                        <a:rPr lang="en-US" sz="1400" b="0" i="0" u="none" strike="noStrike" kern="1200" noProof="0">
                          <a:solidFill>
                            <a:schemeClr val="dk1"/>
                          </a:solidFill>
                          <a:latin typeface="Arial"/>
                        </a:rPr>
                        <a:t>10/02/2024</a:t>
                      </a:r>
                      <a:endParaRPr lang="en-US" sz="1400"/>
                    </a:p>
                  </a:txBody>
                  <a:tcPr anchor="ctr"/>
                </a:tc>
                <a:tc>
                  <a:txBody>
                    <a:bodyPr/>
                    <a:lstStyle/>
                    <a:p>
                      <a:pPr lvl="0" algn="ctr">
                        <a:buNone/>
                      </a:pPr>
                      <a:r>
                        <a:rPr lang="en-US" sz="1400" kern="1200" noProof="0">
                          <a:solidFill>
                            <a:schemeClr val="dk1"/>
                          </a:solidFill>
                          <a:latin typeface="+mn-lt"/>
                          <a:ea typeface="+mn-ea"/>
                          <a:cs typeface="+mn-cs"/>
                        </a:rPr>
                        <a:t>16:46:49</a:t>
                      </a:r>
                    </a:p>
                  </a:txBody>
                  <a:tcPr anchor="ctr"/>
                </a:tc>
                <a:tc>
                  <a:txBody>
                    <a:bodyPr/>
                    <a:lstStyle/>
                    <a:p>
                      <a:pPr lvl="0" algn="ctr">
                        <a:buNone/>
                      </a:pPr>
                      <a:r>
                        <a:rPr lang="en-US" sz="1400" kern="1200" noProof="0">
                          <a:solidFill>
                            <a:schemeClr val="dk1"/>
                          </a:solidFill>
                          <a:latin typeface="+mn-lt"/>
                          <a:ea typeface="+mn-ea"/>
                          <a:cs typeface="+mn-cs"/>
                        </a:rPr>
                        <a:t>882</a:t>
                      </a:r>
                      <a:endParaRPr lang="en-US" sz="1400" kern="1200">
                        <a:solidFill>
                          <a:schemeClr val="dk1"/>
                        </a:solidFill>
                        <a:latin typeface="+mn-lt"/>
                        <a:ea typeface="+mn-ea"/>
                        <a:cs typeface="+mn-cs"/>
                      </a:endParaRPr>
                    </a:p>
                  </a:txBody>
                  <a:tcPr anchor="ctr"/>
                </a:tc>
                <a:tc>
                  <a:txBody>
                    <a:bodyPr/>
                    <a:lstStyle/>
                    <a:p>
                      <a:pPr algn="ctr"/>
                      <a:r>
                        <a:rPr lang="en-US" sz="1400"/>
                        <a:t>854</a:t>
                      </a:r>
                    </a:p>
                  </a:txBody>
                  <a:tcPr anchor="ctr"/>
                </a:tc>
                <a:tc>
                  <a:txBody>
                    <a:bodyPr/>
                    <a:lstStyle/>
                    <a:p>
                      <a:pPr lvl="0" algn="ctr">
                        <a:buNone/>
                      </a:pPr>
                      <a:r>
                        <a:rPr lang="en-US" sz="1400"/>
                        <a:t>4</a:t>
                      </a:r>
                    </a:p>
                  </a:txBody>
                  <a:tcPr anchor="ctr"/>
                </a:tc>
                <a:tc>
                  <a:txBody>
                    <a:bodyPr/>
                    <a:lstStyle/>
                    <a:p>
                      <a:pPr algn="ctr"/>
                      <a:endParaRPr lang="en-US" sz="1400"/>
                    </a:p>
                  </a:txBody>
                  <a:tcPr anchor="ctr"/>
                </a:tc>
                <a:extLst>
                  <a:ext uri="{0D108BD9-81ED-4DB2-BD59-A6C34878D82A}">
                    <a16:rowId xmlns:a16="http://schemas.microsoft.com/office/drawing/2014/main" val="694811015"/>
                  </a:ext>
                </a:extLst>
              </a:tr>
              <a:tr h="384460">
                <a:tc>
                  <a:txBody>
                    <a:bodyPr/>
                    <a:lstStyle/>
                    <a:p>
                      <a:pPr algn="ctr"/>
                      <a:r>
                        <a:rPr lang="en-US" sz="1400"/>
                        <a:t>4</a:t>
                      </a:r>
                    </a:p>
                  </a:txBody>
                  <a:tcPr anchor="ctr"/>
                </a:tc>
                <a:tc>
                  <a:txBody>
                    <a:bodyPr/>
                    <a:lstStyle/>
                    <a:p>
                      <a:pPr lvl="0" algn="ctr">
                        <a:buNone/>
                      </a:pPr>
                      <a:r>
                        <a:rPr lang="en-US" sz="1400" b="0" i="0" u="none" strike="noStrike" noProof="0">
                          <a:solidFill>
                            <a:srgbClr val="000000"/>
                          </a:solidFill>
                          <a:latin typeface="Calibri"/>
                        </a:rPr>
                        <a:t>2326233100003</a:t>
                      </a:r>
                      <a:endParaRPr lang="en-US" sz="1400"/>
                    </a:p>
                  </a:txBody>
                  <a:tcPr anchor="ctr"/>
                </a:tc>
                <a:tc>
                  <a:txBody>
                    <a:bodyPr/>
                    <a:lstStyle/>
                    <a:p>
                      <a:pPr lvl="0" algn="ctr">
                        <a:buNone/>
                      </a:pPr>
                      <a:r>
                        <a:rPr lang="en-US" sz="1400" b="0" i="0" u="none" strike="noStrike" noProof="0">
                          <a:latin typeface="Arial"/>
                        </a:rPr>
                        <a:t>PfPKHpUd2QZGmmQ</a:t>
                      </a:r>
                      <a:endParaRPr lang="en-US" sz="1400"/>
                    </a:p>
                  </a:txBody>
                  <a:tcPr anchor="ctr"/>
                </a:tc>
                <a:tc>
                  <a:txBody>
                    <a:bodyPr/>
                    <a:lstStyle/>
                    <a:p>
                      <a:pPr lvl="0" algn="ctr">
                        <a:buNone/>
                      </a:pPr>
                      <a:r>
                        <a:rPr lang="en-US" sz="1400" b="0" i="0" u="none" strike="noStrike" noProof="0">
                          <a:solidFill>
                            <a:schemeClr val="dk1"/>
                          </a:solidFill>
                          <a:latin typeface="Arial"/>
                        </a:rPr>
                        <a:t>10/02/2024</a:t>
                      </a:r>
                      <a:endParaRPr lang="en-US" sz="1400"/>
                    </a:p>
                  </a:txBody>
                  <a:tcPr anchor="ctr"/>
                </a:tc>
                <a:tc>
                  <a:txBody>
                    <a:bodyPr/>
                    <a:lstStyle/>
                    <a:p>
                      <a:pPr lvl="0" algn="ctr">
                        <a:buNone/>
                      </a:pPr>
                      <a:r>
                        <a:rPr lang="en-US" sz="1400"/>
                        <a:t>16:05:14</a:t>
                      </a:r>
                    </a:p>
                  </a:txBody>
                  <a:tcPr anchor="ctr"/>
                </a:tc>
                <a:tc>
                  <a:txBody>
                    <a:bodyPr/>
                    <a:lstStyle/>
                    <a:p>
                      <a:pPr algn="ctr"/>
                      <a:r>
                        <a:rPr lang="en-US" sz="1400"/>
                        <a:t>888</a:t>
                      </a:r>
                    </a:p>
                  </a:txBody>
                  <a:tcPr anchor="ctr"/>
                </a:tc>
                <a:tc>
                  <a:txBody>
                    <a:bodyPr/>
                    <a:lstStyle/>
                    <a:p>
                      <a:pPr algn="ctr"/>
                      <a:r>
                        <a:rPr lang="en-US" sz="1400"/>
                        <a:t>1005</a:t>
                      </a:r>
                    </a:p>
                  </a:txBody>
                  <a:tcPr anchor="ctr"/>
                </a:tc>
                <a:tc>
                  <a:txBody>
                    <a:bodyPr/>
                    <a:lstStyle/>
                    <a:p>
                      <a:pPr lvl="0" algn="ctr">
                        <a:buNone/>
                      </a:pPr>
                      <a:r>
                        <a:rPr lang="en-US" sz="1400"/>
                        <a:t>4</a:t>
                      </a:r>
                    </a:p>
                  </a:txBody>
                  <a:tcPr anchor="ctr"/>
                </a:tc>
                <a:tc>
                  <a:txBody>
                    <a:bodyPr/>
                    <a:lstStyle/>
                    <a:p>
                      <a:pPr lvl="0" algn="ctr">
                        <a:buNone/>
                      </a:pPr>
                      <a:r>
                        <a:rPr lang="en-US" sz="1400" b="0" i="0" u="none" strike="noStrike" noProof="0">
                          <a:latin typeface="Arial"/>
                        </a:rPr>
                        <a:t>Device installed on 6th fab, Re installed on 10th Fab </a:t>
                      </a:r>
                    </a:p>
                  </a:txBody>
                  <a:tcPr anchor="ctr"/>
                </a:tc>
                <a:extLst>
                  <a:ext uri="{0D108BD9-81ED-4DB2-BD59-A6C34878D82A}">
                    <a16:rowId xmlns:a16="http://schemas.microsoft.com/office/drawing/2014/main" val="4075110121"/>
                  </a:ext>
                </a:extLst>
              </a:tr>
            </a:tbl>
          </a:graphicData>
        </a:graphic>
      </p:graphicFrame>
      <p:sp>
        <p:nvSpPr>
          <p:cNvPr id="8" name="Title 24">
            <a:extLst>
              <a:ext uri="{FF2B5EF4-FFF2-40B4-BE49-F238E27FC236}">
                <a16:creationId xmlns:a16="http://schemas.microsoft.com/office/drawing/2014/main" id="{7A1D9F04-C946-2141-4100-591E84E6CBBD}"/>
              </a:ext>
            </a:extLst>
          </p:cNvPr>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b="1" spc="-1">
                <a:solidFill>
                  <a:srgbClr val="262626"/>
                </a:solidFill>
                <a:latin typeface="Calibri"/>
                <a:ea typeface="+mn-lt"/>
                <a:cs typeface="Calibri"/>
              </a:rPr>
              <a:t>Other Alerts and Indications </a:t>
            </a:r>
            <a:endParaRPr lang="en-US" sz="3600" spc="-1">
              <a:ea typeface="+mn-lt"/>
              <a:cs typeface="+mn-lt"/>
            </a:endParaRPr>
          </a:p>
        </p:txBody>
      </p:sp>
    </p:spTree>
    <p:extLst>
      <p:ext uri="{BB962C8B-B14F-4D97-AF65-F5344CB8AC3E}">
        <p14:creationId xmlns:p14="http://schemas.microsoft.com/office/powerpoint/2010/main" val="3377703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10</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graphicFrame>
        <p:nvGraphicFramePr>
          <p:cNvPr id="5" name="Table 4">
            <a:extLst>
              <a:ext uri="{FF2B5EF4-FFF2-40B4-BE49-F238E27FC236}">
                <a16:creationId xmlns:a16="http://schemas.microsoft.com/office/drawing/2014/main" id="{5C894BC2-BB9B-C295-0966-0A2CF1F5BC2E}"/>
              </a:ext>
            </a:extLst>
          </p:cNvPr>
          <p:cNvGraphicFramePr>
            <a:graphicFrameLocks noGrp="1"/>
          </p:cNvGraphicFramePr>
          <p:nvPr>
            <p:extLst>
              <p:ext uri="{D42A27DB-BD31-4B8C-83A1-F6EECF244321}">
                <p14:modId xmlns:p14="http://schemas.microsoft.com/office/powerpoint/2010/main" val="4190827804"/>
              </p:ext>
            </p:extLst>
          </p:nvPr>
        </p:nvGraphicFramePr>
        <p:xfrm>
          <a:off x="471122" y="1081127"/>
          <a:ext cx="11209918" cy="2846024"/>
        </p:xfrm>
        <a:graphic>
          <a:graphicData uri="http://schemas.openxmlformats.org/drawingml/2006/table">
            <a:tbl>
              <a:tblPr firstRow="1" bandRow="1">
                <a:tableStyleId>{5C22544A-7EE6-4342-B048-85BDC9FD1C3A}</a:tableStyleId>
              </a:tblPr>
              <a:tblGrid>
                <a:gridCol w="431493">
                  <a:extLst>
                    <a:ext uri="{9D8B030D-6E8A-4147-A177-3AD203B41FA5}">
                      <a16:colId xmlns:a16="http://schemas.microsoft.com/office/drawing/2014/main" val="2075853167"/>
                    </a:ext>
                  </a:extLst>
                </a:gridCol>
                <a:gridCol w="1910013">
                  <a:extLst>
                    <a:ext uri="{9D8B030D-6E8A-4147-A177-3AD203B41FA5}">
                      <a16:colId xmlns:a16="http://schemas.microsoft.com/office/drawing/2014/main" val="1925289485"/>
                    </a:ext>
                  </a:extLst>
                </a:gridCol>
                <a:gridCol w="2253685">
                  <a:extLst>
                    <a:ext uri="{9D8B030D-6E8A-4147-A177-3AD203B41FA5}">
                      <a16:colId xmlns:a16="http://schemas.microsoft.com/office/drawing/2014/main" val="1514342170"/>
                    </a:ext>
                  </a:extLst>
                </a:gridCol>
                <a:gridCol w="833200">
                  <a:extLst>
                    <a:ext uri="{9D8B030D-6E8A-4147-A177-3AD203B41FA5}">
                      <a16:colId xmlns:a16="http://schemas.microsoft.com/office/drawing/2014/main" val="3182478046"/>
                    </a:ext>
                  </a:extLst>
                </a:gridCol>
                <a:gridCol w="874884">
                  <a:extLst>
                    <a:ext uri="{9D8B030D-6E8A-4147-A177-3AD203B41FA5}">
                      <a16:colId xmlns:a16="http://schemas.microsoft.com/office/drawing/2014/main" val="272463582"/>
                    </a:ext>
                  </a:extLst>
                </a:gridCol>
                <a:gridCol w="1000090">
                  <a:extLst>
                    <a:ext uri="{9D8B030D-6E8A-4147-A177-3AD203B41FA5}">
                      <a16:colId xmlns:a16="http://schemas.microsoft.com/office/drawing/2014/main" val="1466868814"/>
                    </a:ext>
                  </a:extLst>
                </a:gridCol>
                <a:gridCol w="1054392">
                  <a:extLst>
                    <a:ext uri="{9D8B030D-6E8A-4147-A177-3AD203B41FA5}">
                      <a16:colId xmlns:a16="http://schemas.microsoft.com/office/drawing/2014/main" val="2333129998"/>
                    </a:ext>
                  </a:extLst>
                </a:gridCol>
                <a:gridCol w="1103796">
                  <a:extLst>
                    <a:ext uri="{9D8B030D-6E8A-4147-A177-3AD203B41FA5}">
                      <a16:colId xmlns:a16="http://schemas.microsoft.com/office/drawing/2014/main" val="2014291247"/>
                    </a:ext>
                  </a:extLst>
                </a:gridCol>
                <a:gridCol w="1748365">
                  <a:extLst>
                    <a:ext uri="{9D8B030D-6E8A-4147-A177-3AD203B41FA5}">
                      <a16:colId xmlns:a16="http://schemas.microsoft.com/office/drawing/2014/main" val="3678416370"/>
                    </a:ext>
                  </a:extLst>
                </a:gridCol>
              </a:tblGrid>
              <a:tr h="234547">
                <a:tc gridSpan="9">
                  <a:txBody>
                    <a:bodyPr/>
                    <a:lstStyle/>
                    <a:p>
                      <a:pPr lvl="0" algn="l">
                        <a:buNone/>
                      </a:pPr>
                      <a:r>
                        <a:rPr lang="en-US" sz="1200">
                          <a:solidFill>
                            <a:schemeClr val="tx1"/>
                          </a:solidFill>
                        </a:rPr>
                        <a:t>Device Tamper Alert status </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11031864"/>
                  </a:ext>
                </a:extLst>
              </a:tr>
              <a:tr h="560024">
                <a:tc>
                  <a:txBody>
                    <a:bodyPr/>
                    <a:lstStyle/>
                    <a:p>
                      <a:pPr algn="ctr"/>
                      <a:r>
                        <a:rPr lang="en-US" sz="1200" b="1" i="0" u="none" strike="noStrike" kern="1200">
                          <a:solidFill>
                            <a:schemeClr val="tx1"/>
                          </a:solidFill>
                          <a:latin typeface="Arial"/>
                          <a:ea typeface="+mn-ea"/>
                          <a:cs typeface="+mn-cs"/>
                        </a:rPr>
                        <a:t>SR NO</a:t>
                      </a:r>
                    </a:p>
                  </a:txBody>
                  <a:tcPr/>
                </a:tc>
                <a:tc>
                  <a:txBody>
                    <a:bodyPr/>
                    <a:lstStyle/>
                    <a:p>
                      <a:pPr algn="ctr"/>
                      <a:r>
                        <a:rPr lang="en-US" sz="1200" b="1" i="0" u="none" strike="noStrike" kern="1200">
                          <a:solidFill>
                            <a:schemeClr val="tx1"/>
                          </a:solidFill>
                          <a:latin typeface="Arial"/>
                          <a:ea typeface="+mn-ea"/>
                          <a:cs typeface="+mn-cs"/>
                        </a:rPr>
                        <a:t>Device ID</a:t>
                      </a:r>
                    </a:p>
                  </a:txBody>
                  <a:tcPr/>
                </a:tc>
                <a:tc>
                  <a:txBody>
                    <a:bodyPr/>
                    <a:lstStyle/>
                    <a:p>
                      <a:pPr lvl="0" algn="ctr">
                        <a:buNone/>
                      </a:pPr>
                      <a:r>
                        <a:rPr lang="en-US" sz="1200" b="1" i="0" u="none" strike="noStrike" kern="1200" noProof="0">
                          <a:solidFill>
                            <a:schemeClr val="tx1"/>
                          </a:solidFill>
                          <a:latin typeface="Arial"/>
                          <a:ea typeface="+mn-ea"/>
                          <a:cs typeface="+mn-cs"/>
                        </a:rPr>
                        <a:t>PLM ID</a:t>
                      </a:r>
                      <a:endParaRPr lang="en-US" sz="1200" b="1" i="0" u="none" strike="noStrike" kern="1200">
                        <a:solidFill>
                          <a:schemeClr val="tx1"/>
                        </a:solidFill>
                        <a:latin typeface="Arial"/>
                        <a:ea typeface="+mn-ea"/>
                        <a:cs typeface="+mn-cs"/>
                      </a:endParaRPr>
                    </a:p>
                  </a:txBody>
                  <a:tcPr/>
                </a:tc>
                <a:tc>
                  <a:txBody>
                    <a:bodyPr/>
                    <a:lstStyle/>
                    <a:p>
                      <a:pPr lvl="0" algn="ctr">
                        <a:lnSpc>
                          <a:spcPct val="100000"/>
                        </a:lnSpc>
                        <a:spcBef>
                          <a:spcPts val="0"/>
                        </a:spcBef>
                        <a:spcAft>
                          <a:spcPts val="0"/>
                        </a:spcAft>
                        <a:buNone/>
                      </a:pPr>
                      <a:r>
                        <a:rPr lang="en-US" sz="1200" b="1" i="0" u="none" strike="noStrike" kern="1200" noProof="0">
                          <a:solidFill>
                            <a:schemeClr val="tx1"/>
                          </a:solidFill>
                          <a:latin typeface="Arial"/>
                        </a:rPr>
                        <a:t>Tamper status</a:t>
                      </a:r>
                      <a:endParaRPr lang="en-US" sz="1200" b="0" i="0" u="none" strike="noStrike" kern="1200" noProof="0">
                        <a:solidFill>
                          <a:srgbClr val="000000"/>
                        </a:solidFill>
                        <a:latin typeface="Arial"/>
                      </a:endParaRPr>
                    </a:p>
                  </a:txBody>
                  <a:tcPr/>
                </a:tc>
                <a:tc>
                  <a:txBody>
                    <a:bodyPr/>
                    <a:lstStyle/>
                    <a:p>
                      <a:pPr algn="ctr"/>
                      <a:r>
                        <a:rPr lang="en-US" sz="1200" b="1" i="0" u="none" strike="noStrike" kern="1200">
                          <a:solidFill>
                            <a:schemeClr val="tx1"/>
                          </a:solidFill>
                          <a:latin typeface="Arial"/>
                          <a:ea typeface="+mn-ea"/>
                          <a:cs typeface="+mn-cs"/>
                        </a:rPr>
                        <a:t>Magnet Tamper</a:t>
                      </a:r>
                    </a:p>
                  </a:txBody>
                  <a:tcPr/>
                </a:tc>
                <a:tc>
                  <a:txBody>
                    <a:bodyPr/>
                    <a:lstStyle/>
                    <a:p>
                      <a:pPr lvl="0" algn="ctr">
                        <a:buNone/>
                      </a:pPr>
                      <a:r>
                        <a:rPr lang="en-US" sz="1200" b="1" i="0" u="none" strike="noStrike" kern="1200" noProof="0">
                          <a:solidFill>
                            <a:schemeClr val="tx1"/>
                          </a:solidFill>
                          <a:latin typeface="Arial"/>
                          <a:ea typeface="+mn-ea"/>
                          <a:cs typeface="+mn-cs"/>
                        </a:rPr>
                        <a:t>Switch Tamper</a:t>
                      </a:r>
                    </a:p>
                  </a:txBody>
                  <a:tcPr/>
                </a:tc>
                <a:tc>
                  <a:txBody>
                    <a:bodyPr/>
                    <a:lstStyle/>
                    <a:p>
                      <a:pPr algn="ctr"/>
                      <a:r>
                        <a:rPr lang="en-US" sz="1200" b="1" i="0" u="none" strike="noStrike" kern="1200">
                          <a:solidFill>
                            <a:schemeClr val="tx1"/>
                          </a:solidFill>
                          <a:latin typeface="Arial"/>
                          <a:ea typeface="+mn-ea"/>
                          <a:cs typeface="+mn-cs"/>
                        </a:rPr>
                        <a:t>Wire Tamper </a:t>
                      </a:r>
                    </a:p>
                  </a:txBody>
                  <a:tcPr/>
                </a:tc>
                <a:tc>
                  <a:txBody>
                    <a:bodyPr/>
                    <a:lstStyle/>
                    <a:p>
                      <a:pPr algn="ctr"/>
                      <a:r>
                        <a:rPr lang="en-US" sz="1200" b="1" i="0" u="none" strike="noStrike" kern="1200">
                          <a:solidFill>
                            <a:schemeClr val="tx1"/>
                          </a:solidFill>
                          <a:latin typeface="Arial"/>
                          <a:ea typeface="+mn-ea"/>
                          <a:cs typeface="+mn-cs"/>
                        </a:rPr>
                        <a:t>Case Tamper </a:t>
                      </a:r>
                    </a:p>
                  </a:txBody>
                  <a:tcPr/>
                </a:tc>
                <a:tc>
                  <a:txBody>
                    <a:bodyPr/>
                    <a:lstStyle/>
                    <a:p>
                      <a:pPr algn="ctr"/>
                      <a:r>
                        <a:rPr lang="en-US" sz="1200" b="1" i="0" u="none" strike="noStrike" kern="1200">
                          <a:solidFill>
                            <a:schemeClr val="tx1"/>
                          </a:solidFill>
                          <a:latin typeface="Arial"/>
                          <a:ea typeface="+mn-ea"/>
                          <a:cs typeface="+mn-cs"/>
                        </a:rPr>
                        <a:t>Remarks</a:t>
                      </a:r>
                    </a:p>
                  </a:txBody>
                  <a:tcPr/>
                </a:tc>
                <a:extLst>
                  <a:ext uri="{0D108BD9-81ED-4DB2-BD59-A6C34878D82A}">
                    <a16:rowId xmlns:a16="http://schemas.microsoft.com/office/drawing/2014/main" val="3740307841"/>
                  </a:ext>
                </a:extLst>
              </a:tr>
              <a:tr h="211092">
                <a:tc>
                  <a:txBody>
                    <a:bodyPr/>
                    <a:lstStyle/>
                    <a:p>
                      <a:pPr algn="ctr"/>
                      <a:r>
                        <a:rPr lang="en-US" sz="1200">
                          <a:latin typeface="Arial"/>
                        </a:rPr>
                        <a:t>1</a:t>
                      </a:r>
                    </a:p>
                  </a:txBody>
                  <a:tcPr anchor="ctr"/>
                </a:tc>
                <a:tc>
                  <a:txBody>
                    <a:bodyPr/>
                    <a:lstStyle/>
                    <a:p>
                      <a:pPr lvl="0" algn="ctr">
                        <a:lnSpc>
                          <a:spcPct val="100000"/>
                        </a:lnSpc>
                        <a:spcBef>
                          <a:spcPts val="0"/>
                        </a:spcBef>
                        <a:spcAft>
                          <a:spcPts val="0"/>
                        </a:spcAft>
                        <a:buNone/>
                      </a:pPr>
                      <a:r>
                        <a:rPr lang="en-US" sz="1200" b="0" i="0" u="none" strike="noStrike" baseline="0" noProof="0">
                          <a:solidFill>
                            <a:srgbClr val="000000"/>
                          </a:solidFill>
                          <a:latin typeface="Arial"/>
                        </a:rPr>
                        <a:t>2326233100002</a:t>
                      </a:r>
                    </a:p>
                  </a:txBody>
                  <a:tcPr anchor="ctr"/>
                </a:tc>
                <a:tc>
                  <a:txBody>
                    <a:bodyPr/>
                    <a:lstStyle/>
                    <a:p>
                      <a:pPr lvl="0" algn="ctr">
                        <a:buNone/>
                      </a:pPr>
                      <a:r>
                        <a:rPr lang="en-US" sz="1200" b="0" i="0" u="none" strike="noStrike" noProof="0">
                          <a:latin typeface="Arial"/>
                        </a:rPr>
                        <a:t>PALBWOZPLgEYQj78</a:t>
                      </a:r>
                      <a:endParaRPr lang="en-US" sz="1200">
                        <a:latin typeface="Arial"/>
                      </a:endParaRPr>
                    </a:p>
                  </a:txBody>
                  <a:tcPr anchor="ctr"/>
                </a:tc>
                <a:tc>
                  <a:txBody>
                    <a:bodyPr/>
                    <a:lstStyle/>
                    <a:p>
                      <a:pPr lvl="0" algn="ctr">
                        <a:buNone/>
                      </a:pPr>
                      <a:r>
                        <a:rPr lang="en-US" sz="1200">
                          <a:latin typeface="Arial"/>
                        </a:rPr>
                        <a:t>0</a:t>
                      </a:r>
                    </a:p>
                  </a:txBody>
                  <a:tcPr anchor="ctr"/>
                </a:tc>
                <a:tc>
                  <a:txBody>
                    <a:bodyPr/>
                    <a:lstStyle/>
                    <a:p>
                      <a:pPr algn="ctr"/>
                      <a:r>
                        <a:rPr lang="en-US" sz="1200">
                          <a:latin typeface="Arial"/>
                        </a:rPr>
                        <a:t>0</a:t>
                      </a:r>
                    </a:p>
                  </a:txBody>
                  <a:tcPr anchor="ctr"/>
                </a:tc>
                <a:tc>
                  <a:txBody>
                    <a:bodyPr/>
                    <a:lstStyle/>
                    <a:p>
                      <a:pPr lvl="0" algn="ctr">
                        <a:buNone/>
                      </a:pPr>
                      <a:r>
                        <a:rPr lang="en-US" sz="1200">
                          <a:latin typeface="Arial"/>
                        </a:rPr>
                        <a:t>0</a:t>
                      </a:r>
                    </a:p>
                  </a:txBody>
                  <a:tcPr anchor="ctr"/>
                </a:tc>
                <a:tc>
                  <a:txBody>
                    <a:bodyPr/>
                    <a:lstStyle/>
                    <a:p>
                      <a:pPr algn="ctr"/>
                      <a:r>
                        <a:rPr lang="en-US" sz="1200">
                          <a:latin typeface="Arial"/>
                        </a:rPr>
                        <a:t>0</a:t>
                      </a:r>
                    </a:p>
                  </a:txBody>
                  <a:tcPr anchor="ctr"/>
                </a:tc>
                <a:tc>
                  <a:txBody>
                    <a:bodyPr/>
                    <a:lstStyle/>
                    <a:p>
                      <a:pPr algn="ctr"/>
                      <a:r>
                        <a:rPr lang="en-US" sz="1200">
                          <a:latin typeface="Arial"/>
                        </a:rPr>
                        <a:t>0</a:t>
                      </a:r>
                    </a:p>
                  </a:txBody>
                  <a:tcPr anchor="ctr"/>
                </a:tc>
                <a:tc>
                  <a:txBody>
                    <a:bodyPr/>
                    <a:lstStyle/>
                    <a:p>
                      <a:pPr algn="ctr"/>
                      <a:endParaRPr lang="en-US" sz="1200">
                        <a:latin typeface="Arial"/>
                      </a:endParaRPr>
                    </a:p>
                  </a:txBody>
                  <a:tcPr anchor="ctr"/>
                </a:tc>
                <a:extLst>
                  <a:ext uri="{0D108BD9-81ED-4DB2-BD59-A6C34878D82A}">
                    <a16:rowId xmlns:a16="http://schemas.microsoft.com/office/drawing/2014/main" val="1683400694"/>
                  </a:ext>
                </a:extLst>
              </a:tr>
              <a:tr h="211092">
                <a:tc>
                  <a:txBody>
                    <a:bodyPr/>
                    <a:lstStyle/>
                    <a:p>
                      <a:pPr algn="ctr"/>
                      <a:r>
                        <a:rPr lang="en-US" sz="1200">
                          <a:latin typeface="Arial"/>
                        </a:rPr>
                        <a:t>2</a:t>
                      </a:r>
                    </a:p>
                  </a:txBody>
                  <a:tcPr anchor="ctr"/>
                </a:tc>
                <a:tc>
                  <a:txBody>
                    <a:bodyPr/>
                    <a:lstStyle/>
                    <a:p>
                      <a:pPr lvl="0" algn="ctr">
                        <a:buNone/>
                      </a:pPr>
                      <a:r>
                        <a:rPr lang="en-US" sz="1200" b="0" i="0" u="none" strike="noStrike" noProof="0">
                          <a:solidFill>
                            <a:srgbClr val="000000"/>
                          </a:solidFill>
                          <a:latin typeface="Arial"/>
                        </a:rPr>
                        <a:t>2326233100005</a:t>
                      </a:r>
                      <a:endParaRPr lang="en-US" sz="1200">
                        <a:latin typeface="Arial"/>
                      </a:endParaRPr>
                    </a:p>
                  </a:txBody>
                  <a:tcPr anchor="ctr"/>
                </a:tc>
                <a:tc>
                  <a:txBody>
                    <a:bodyPr/>
                    <a:lstStyle/>
                    <a:p>
                      <a:pPr lvl="0" algn="ctr">
                        <a:buNone/>
                      </a:pPr>
                      <a:r>
                        <a:rPr lang="en-US" sz="1200" b="0" i="0" u="none" strike="noStrike" noProof="0">
                          <a:latin typeface="Arial"/>
                        </a:rPr>
                        <a:t>PAJ0Zzx4JZEjdt9I </a:t>
                      </a:r>
                      <a:endParaRPr lang="en-US" sz="1200">
                        <a:latin typeface="Arial"/>
                      </a:endParaRPr>
                    </a:p>
                  </a:txBody>
                  <a:tcPr anchor="ctr"/>
                </a:tc>
                <a:tc>
                  <a:txBody>
                    <a:bodyPr/>
                    <a:lstStyle/>
                    <a:p>
                      <a:pPr lvl="0" algn="ctr">
                        <a:buNone/>
                      </a:pPr>
                      <a:r>
                        <a:rPr lang="en-US" sz="1200">
                          <a:latin typeface="Arial"/>
                        </a:rPr>
                        <a:t>0</a:t>
                      </a:r>
                    </a:p>
                  </a:txBody>
                  <a:tcPr anchor="ctr"/>
                </a:tc>
                <a:tc>
                  <a:txBody>
                    <a:bodyPr/>
                    <a:lstStyle/>
                    <a:p>
                      <a:pPr algn="ctr"/>
                      <a:r>
                        <a:rPr lang="en-US" sz="1200">
                          <a:latin typeface="Arial"/>
                        </a:rPr>
                        <a:t>0</a:t>
                      </a:r>
                    </a:p>
                  </a:txBody>
                  <a:tcPr anchor="ctr"/>
                </a:tc>
                <a:tc>
                  <a:txBody>
                    <a:bodyPr/>
                    <a:lstStyle/>
                    <a:p>
                      <a:pPr lvl="0" algn="ctr">
                        <a:buNone/>
                      </a:pPr>
                      <a:r>
                        <a:rPr lang="en-US" sz="1200">
                          <a:latin typeface="Arial"/>
                        </a:rPr>
                        <a:t>0</a:t>
                      </a:r>
                    </a:p>
                  </a:txBody>
                  <a:tcPr anchor="ctr"/>
                </a:tc>
                <a:tc>
                  <a:txBody>
                    <a:bodyPr/>
                    <a:lstStyle/>
                    <a:p>
                      <a:pPr algn="ctr"/>
                      <a:r>
                        <a:rPr lang="en-US" sz="1200">
                          <a:latin typeface="Arial"/>
                        </a:rPr>
                        <a:t>0</a:t>
                      </a:r>
                    </a:p>
                  </a:txBody>
                  <a:tcPr anchor="ctr"/>
                </a:tc>
                <a:tc>
                  <a:txBody>
                    <a:bodyPr/>
                    <a:lstStyle/>
                    <a:p>
                      <a:pPr algn="ctr"/>
                      <a:r>
                        <a:rPr lang="en-US" sz="1200">
                          <a:latin typeface="Arial"/>
                        </a:rPr>
                        <a:t>0</a:t>
                      </a:r>
                    </a:p>
                  </a:txBody>
                  <a:tcPr anchor="ctr"/>
                </a:tc>
                <a:tc>
                  <a:txBody>
                    <a:bodyPr/>
                    <a:lstStyle/>
                    <a:p>
                      <a:pPr algn="ctr"/>
                      <a:endParaRPr lang="en-US" sz="1200">
                        <a:latin typeface="Arial"/>
                      </a:endParaRPr>
                    </a:p>
                  </a:txBody>
                  <a:tcPr anchor="ctr"/>
                </a:tc>
                <a:extLst>
                  <a:ext uri="{0D108BD9-81ED-4DB2-BD59-A6C34878D82A}">
                    <a16:rowId xmlns:a16="http://schemas.microsoft.com/office/drawing/2014/main" val="2120769225"/>
                  </a:ext>
                </a:extLst>
              </a:tr>
              <a:tr h="211092">
                <a:tc>
                  <a:txBody>
                    <a:bodyPr/>
                    <a:lstStyle/>
                    <a:p>
                      <a:pPr algn="ctr"/>
                      <a:r>
                        <a:rPr lang="en-US" sz="1200">
                          <a:latin typeface="Arial"/>
                        </a:rPr>
                        <a:t>3</a:t>
                      </a:r>
                    </a:p>
                  </a:txBody>
                  <a:tcPr anchor="ctr"/>
                </a:tc>
                <a:tc>
                  <a:txBody>
                    <a:bodyPr/>
                    <a:lstStyle/>
                    <a:p>
                      <a:pPr lvl="0" algn="ctr">
                        <a:lnSpc>
                          <a:spcPct val="100000"/>
                        </a:lnSpc>
                        <a:spcBef>
                          <a:spcPts val="0"/>
                        </a:spcBef>
                        <a:spcAft>
                          <a:spcPts val="0"/>
                        </a:spcAft>
                        <a:buNone/>
                      </a:pPr>
                      <a:r>
                        <a:rPr lang="en-US" sz="1200" b="0" i="0" u="none" strike="noStrike" noProof="0">
                          <a:solidFill>
                            <a:srgbClr val="000000"/>
                          </a:solidFill>
                          <a:latin typeface="Arial"/>
                        </a:rPr>
                        <a:t>2326233100004</a:t>
                      </a:r>
                    </a:p>
                  </a:txBody>
                  <a:tcPr anchor="ctr"/>
                </a:tc>
                <a:tc>
                  <a:txBody>
                    <a:bodyPr/>
                    <a:lstStyle/>
                    <a:p>
                      <a:pPr lvl="0" algn="ctr">
                        <a:buNone/>
                      </a:pPr>
                      <a:r>
                        <a:rPr lang="en-US" sz="1200" b="0" i="0" u="none" strike="noStrike" noProof="0">
                          <a:latin typeface="Arial"/>
                        </a:rPr>
                        <a:t>PIo8xRYG5RDO0mg</a:t>
                      </a:r>
                      <a:endParaRPr lang="en-US" sz="1200">
                        <a:latin typeface="Arial"/>
                      </a:endParaRPr>
                    </a:p>
                  </a:txBody>
                  <a:tcPr anchor="ctr"/>
                </a:tc>
                <a:tc>
                  <a:txBody>
                    <a:bodyPr/>
                    <a:lstStyle/>
                    <a:p>
                      <a:pPr lvl="0" algn="ctr">
                        <a:buNone/>
                      </a:pPr>
                      <a:r>
                        <a:rPr lang="en-US" sz="1200">
                          <a:latin typeface="Arial"/>
                        </a:rPr>
                        <a:t>0</a:t>
                      </a:r>
                    </a:p>
                  </a:txBody>
                  <a:tcPr anchor="ctr"/>
                </a:tc>
                <a:tc>
                  <a:txBody>
                    <a:bodyPr/>
                    <a:lstStyle/>
                    <a:p>
                      <a:pPr algn="ctr"/>
                      <a:r>
                        <a:rPr lang="en-US" sz="1200">
                          <a:latin typeface="Arial"/>
                        </a:rPr>
                        <a:t>0</a:t>
                      </a:r>
                    </a:p>
                  </a:txBody>
                  <a:tcPr anchor="ctr"/>
                </a:tc>
                <a:tc>
                  <a:txBody>
                    <a:bodyPr/>
                    <a:lstStyle/>
                    <a:p>
                      <a:pPr lvl="0" algn="ctr">
                        <a:buNone/>
                      </a:pPr>
                      <a:r>
                        <a:rPr lang="en-US" sz="1200">
                          <a:latin typeface="Arial"/>
                        </a:rPr>
                        <a:t>0</a:t>
                      </a:r>
                    </a:p>
                  </a:txBody>
                  <a:tcPr anchor="ctr"/>
                </a:tc>
                <a:tc>
                  <a:txBody>
                    <a:bodyPr/>
                    <a:lstStyle/>
                    <a:p>
                      <a:pPr algn="ctr"/>
                      <a:r>
                        <a:rPr lang="en-US" sz="1200">
                          <a:latin typeface="Arial"/>
                        </a:rPr>
                        <a:t>0</a:t>
                      </a:r>
                    </a:p>
                  </a:txBody>
                  <a:tcPr anchor="ctr"/>
                </a:tc>
                <a:tc>
                  <a:txBody>
                    <a:bodyPr/>
                    <a:lstStyle/>
                    <a:p>
                      <a:pPr algn="ctr"/>
                      <a:r>
                        <a:rPr lang="en-US" sz="1200">
                          <a:latin typeface="Arial"/>
                        </a:rPr>
                        <a:t>0</a:t>
                      </a:r>
                    </a:p>
                  </a:txBody>
                  <a:tcPr anchor="ctr"/>
                </a:tc>
                <a:tc>
                  <a:txBody>
                    <a:bodyPr/>
                    <a:lstStyle/>
                    <a:p>
                      <a:pPr algn="ctr"/>
                      <a:endParaRPr lang="en-US" sz="1200">
                        <a:latin typeface="Arial"/>
                      </a:endParaRPr>
                    </a:p>
                  </a:txBody>
                  <a:tcPr anchor="ctr"/>
                </a:tc>
                <a:extLst>
                  <a:ext uri="{0D108BD9-81ED-4DB2-BD59-A6C34878D82A}">
                    <a16:rowId xmlns:a16="http://schemas.microsoft.com/office/drawing/2014/main" val="694811015"/>
                  </a:ext>
                </a:extLst>
              </a:tr>
              <a:tr h="344002">
                <a:tc>
                  <a:txBody>
                    <a:bodyPr/>
                    <a:lstStyle/>
                    <a:p>
                      <a:pPr algn="ctr"/>
                      <a:r>
                        <a:rPr lang="en-US" sz="1200">
                          <a:latin typeface="Arial"/>
                        </a:rPr>
                        <a:t>4</a:t>
                      </a:r>
                    </a:p>
                  </a:txBody>
                  <a:tcPr anchor="ctr"/>
                </a:tc>
                <a:tc>
                  <a:txBody>
                    <a:bodyPr/>
                    <a:lstStyle/>
                    <a:p>
                      <a:pPr lvl="0" algn="ctr">
                        <a:buNone/>
                      </a:pPr>
                      <a:r>
                        <a:rPr lang="en-US" sz="1200" b="0" i="0" u="none" strike="noStrike" noProof="0">
                          <a:solidFill>
                            <a:srgbClr val="000000"/>
                          </a:solidFill>
                          <a:latin typeface="Arial"/>
                        </a:rPr>
                        <a:t>2326233100003</a:t>
                      </a:r>
                      <a:endParaRPr lang="en-US" sz="1200">
                        <a:latin typeface="Arial"/>
                      </a:endParaRPr>
                    </a:p>
                  </a:txBody>
                  <a:tcPr anchor="ctr"/>
                </a:tc>
                <a:tc>
                  <a:txBody>
                    <a:bodyPr/>
                    <a:lstStyle/>
                    <a:p>
                      <a:pPr lvl="0" algn="ctr">
                        <a:buNone/>
                      </a:pPr>
                      <a:r>
                        <a:rPr lang="en-US" sz="1200" b="0" i="0" u="none" strike="noStrike" noProof="0">
                          <a:latin typeface="Arial"/>
                        </a:rPr>
                        <a:t>PfPKHpUd2QZGmmQ</a:t>
                      </a:r>
                      <a:endParaRPr lang="en-US" sz="1200">
                        <a:latin typeface="Arial"/>
                      </a:endParaRPr>
                    </a:p>
                  </a:txBody>
                  <a:tcPr anchor="ctr"/>
                </a:tc>
                <a:tc>
                  <a:txBody>
                    <a:bodyPr/>
                    <a:lstStyle/>
                    <a:p>
                      <a:pPr lvl="0" algn="ctr">
                        <a:buNone/>
                      </a:pPr>
                      <a:r>
                        <a:rPr lang="en-US" sz="1200">
                          <a:latin typeface="Arial"/>
                        </a:rPr>
                        <a:t>1</a:t>
                      </a:r>
                    </a:p>
                  </a:txBody>
                  <a:tcPr anchor="ctr"/>
                </a:tc>
                <a:tc>
                  <a:txBody>
                    <a:bodyPr/>
                    <a:lstStyle/>
                    <a:p>
                      <a:pPr algn="ctr"/>
                      <a:r>
                        <a:rPr lang="en-US" sz="1200">
                          <a:latin typeface="Arial"/>
                        </a:rPr>
                        <a:t>0</a:t>
                      </a:r>
                    </a:p>
                  </a:txBody>
                  <a:tcPr anchor="ctr"/>
                </a:tc>
                <a:tc>
                  <a:txBody>
                    <a:bodyPr/>
                    <a:lstStyle/>
                    <a:p>
                      <a:pPr lvl="0" algn="ctr">
                        <a:buNone/>
                      </a:pPr>
                      <a:r>
                        <a:rPr lang="en-US" sz="1200">
                          <a:latin typeface="Arial"/>
                        </a:rPr>
                        <a:t>1</a:t>
                      </a:r>
                    </a:p>
                  </a:txBody>
                  <a:tcPr anchor="ctr"/>
                </a:tc>
                <a:tc>
                  <a:txBody>
                    <a:bodyPr/>
                    <a:lstStyle/>
                    <a:p>
                      <a:pPr algn="ctr"/>
                      <a:r>
                        <a:rPr lang="en-US" sz="1200">
                          <a:latin typeface="Arial"/>
                        </a:rPr>
                        <a:t>0</a:t>
                      </a:r>
                    </a:p>
                  </a:txBody>
                  <a:tcPr anchor="ctr"/>
                </a:tc>
                <a:tc>
                  <a:txBody>
                    <a:bodyPr/>
                    <a:lstStyle/>
                    <a:p>
                      <a:pPr algn="ctr"/>
                      <a:r>
                        <a:rPr lang="en-US" sz="1200">
                          <a:latin typeface="Arial"/>
                        </a:rPr>
                        <a:t>0</a:t>
                      </a:r>
                    </a:p>
                  </a:txBody>
                  <a:tcPr anchor="ctr"/>
                </a:tc>
                <a:tc>
                  <a:txBody>
                    <a:bodyPr/>
                    <a:lstStyle/>
                    <a:p>
                      <a:pPr lvl="0" algn="ctr">
                        <a:buNone/>
                      </a:pPr>
                      <a:r>
                        <a:rPr lang="en-US" sz="1200" b="0" i="0" u="none" strike="noStrike" noProof="0">
                          <a:latin typeface="Arial"/>
                        </a:rPr>
                        <a:t>Switch tamper observed due to device removed for smart gas meter installation on (07/02/2024)</a:t>
                      </a:r>
                      <a:endParaRPr lang="en-US" sz="1200">
                        <a:latin typeface="Arial"/>
                      </a:endParaRPr>
                    </a:p>
                  </a:txBody>
                  <a:tcPr anchor="ctr"/>
                </a:tc>
                <a:extLst>
                  <a:ext uri="{0D108BD9-81ED-4DB2-BD59-A6C34878D82A}">
                    <a16:rowId xmlns:a16="http://schemas.microsoft.com/office/drawing/2014/main" val="4075110121"/>
                  </a:ext>
                </a:extLst>
              </a:tr>
            </a:tbl>
          </a:graphicData>
        </a:graphic>
      </p:graphicFrame>
      <p:graphicFrame>
        <p:nvGraphicFramePr>
          <p:cNvPr id="4" name="Table 3">
            <a:extLst>
              <a:ext uri="{FF2B5EF4-FFF2-40B4-BE49-F238E27FC236}">
                <a16:creationId xmlns:a16="http://schemas.microsoft.com/office/drawing/2014/main" id="{0F687ADC-A257-4682-0564-073AAD18F062}"/>
              </a:ext>
            </a:extLst>
          </p:cNvPr>
          <p:cNvGraphicFramePr>
            <a:graphicFrameLocks noGrp="1"/>
          </p:cNvGraphicFramePr>
          <p:nvPr>
            <p:extLst>
              <p:ext uri="{D42A27DB-BD31-4B8C-83A1-F6EECF244321}">
                <p14:modId xmlns:p14="http://schemas.microsoft.com/office/powerpoint/2010/main" val="2341129409"/>
              </p:ext>
            </p:extLst>
          </p:nvPr>
        </p:nvGraphicFramePr>
        <p:xfrm>
          <a:off x="473557" y="3968585"/>
          <a:ext cx="11201386" cy="2205694"/>
        </p:xfrm>
        <a:graphic>
          <a:graphicData uri="http://schemas.openxmlformats.org/drawingml/2006/table">
            <a:tbl>
              <a:tblPr bandRow="1">
                <a:tableStyleId>{5C22544A-7EE6-4342-B048-85BDC9FD1C3A}</a:tableStyleId>
              </a:tblPr>
              <a:tblGrid>
                <a:gridCol w="685800">
                  <a:extLst>
                    <a:ext uri="{9D8B030D-6E8A-4147-A177-3AD203B41FA5}">
                      <a16:colId xmlns:a16="http://schemas.microsoft.com/office/drawing/2014/main" val="2901726879"/>
                    </a:ext>
                  </a:extLst>
                </a:gridCol>
                <a:gridCol w="1642055">
                  <a:extLst>
                    <a:ext uri="{9D8B030D-6E8A-4147-A177-3AD203B41FA5}">
                      <a16:colId xmlns:a16="http://schemas.microsoft.com/office/drawing/2014/main" val="1914036175"/>
                    </a:ext>
                  </a:extLst>
                </a:gridCol>
                <a:gridCol w="2366492">
                  <a:extLst>
                    <a:ext uri="{9D8B030D-6E8A-4147-A177-3AD203B41FA5}">
                      <a16:colId xmlns:a16="http://schemas.microsoft.com/office/drawing/2014/main" val="1467876085"/>
                    </a:ext>
                  </a:extLst>
                </a:gridCol>
                <a:gridCol w="2133059">
                  <a:extLst>
                    <a:ext uri="{9D8B030D-6E8A-4147-A177-3AD203B41FA5}">
                      <a16:colId xmlns:a16="http://schemas.microsoft.com/office/drawing/2014/main" val="3892358285"/>
                    </a:ext>
                  </a:extLst>
                </a:gridCol>
                <a:gridCol w="1311091">
                  <a:extLst>
                    <a:ext uri="{9D8B030D-6E8A-4147-A177-3AD203B41FA5}">
                      <a16:colId xmlns:a16="http://schemas.microsoft.com/office/drawing/2014/main" val="3709529291"/>
                    </a:ext>
                  </a:extLst>
                </a:gridCol>
                <a:gridCol w="1398162">
                  <a:extLst>
                    <a:ext uri="{9D8B030D-6E8A-4147-A177-3AD203B41FA5}">
                      <a16:colId xmlns:a16="http://schemas.microsoft.com/office/drawing/2014/main" val="1364869893"/>
                    </a:ext>
                  </a:extLst>
                </a:gridCol>
                <a:gridCol w="1664727">
                  <a:extLst>
                    <a:ext uri="{9D8B030D-6E8A-4147-A177-3AD203B41FA5}">
                      <a16:colId xmlns:a16="http://schemas.microsoft.com/office/drawing/2014/main" val="927517607"/>
                    </a:ext>
                  </a:extLst>
                </a:gridCol>
              </a:tblGrid>
              <a:tr h="451184">
                <a:tc gridSpan="7">
                  <a:txBody>
                    <a:bodyPr/>
                    <a:lstStyle/>
                    <a:p>
                      <a:pPr algn="l" fontAlgn="base"/>
                      <a:r>
                        <a:rPr lang="en-US" sz="1600" b="1" i="0">
                          <a:solidFill>
                            <a:srgbClr val="000000"/>
                          </a:solidFill>
                          <a:effectLst/>
                          <a:highlight>
                            <a:srgbClr val="71B9E4"/>
                          </a:highlight>
                          <a:latin typeface="Arial"/>
                        </a:rPr>
                        <a:t>Device Battery Status </a:t>
                      </a:r>
                      <a:r>
                        <a:rPr lang="en-US" sz="1600" b="1" i="0" u="none" strike="noStrike">
                          <a:solidFill>
                            <a:srgbClr val="000000"/>
                          </a:solidFill>
                          <a:effectLst/>
                          <a:highlight>
                            <a:srgbClr val="71B9E4"/>
                          </a:highlight>
                          <a:latin typeface="Arial"/>
                        </a:rPr>
                        <a:t>(18/03/2024)</a:t>
                      </a:r>
                      <a:endParaRPr lang="en-US" b="0" i="0">
                        <a:solidFill>
                          <a:srgbClr val="000000"/>
                        </a:solidFill>
                        <a:effectLst/>
                        <a:highlight>
                          <a:srgbClr val="71B9E4"/>
                        </a:highlight>
                        <a:latin typeface="Arial"/>
                      </a:endParaRPr>
                    </a:p>
                  </a:txBody>
                  <a:tcPr marL="94869" marR="94869" marT="47435" marB="47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71B9E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43865554"/>
                  </a:ext>
                </a:extLst>
              </a:tr>
              <a:tr h="400050">
                <a:tc>
                  <a:txBody>
                    <a:bodyPr/>
                    <a:lstStyle/>
                    <a:p>
                      <a:pPr algn="ctr" fontAlgn="base"/>
                      <a:r>
                        <a:rPr lang="en-US" sz="1200" b="1" i="0" u="none" strike="noStrike">
                          <a:solidFill>
                            <a:srgbClr val="000000"/>
                          </a:solidFill>
                          <a:effectLst/>
                          <a:highlight>
                            <a:srgbClr val="D5E6F5"/>
                          </a:highlight>
                          <a:latin typeface="Arial"/>
                        </a:rPr>
                        <a:t>SR NO</a:t>
                      </a:r>
                      <a:endParaRPr lang="en-US" sz="1200" b="0" i="0">
                        <a:solidFill>
                          <a:srgbClr val="000000"/>
                        </a:solidFill>
                        <a:effectLst/>
                        <a:highlight>
                          <a:srgbClr val="D5E6F5"/>
                        </a:highlight>
                        <a:latin typeface="Arial"/>
                      </a:endParaRPr>
                    </a:p>
                  </a:txBody>
                  <a:tcPr marL="94869" marR="94869" marT="47435" marB="47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1" i="0" u="none" strike="noStrike">
                          <a:solidFill>
                            <a:srgbClr val="000000"/>
                          </a:solidFill>
                          <a:effectLst/>
                          <a:highlight>
                            <a:srgbClr val="D5E6F5"/>
                          </a:highlight>
                          <a:latin typeface="Arial"/>
                        </a:rPr>
                        <a:t>Device ID </a:t>
                      </a:r>
                      <a:endParaRPr lang="en-US" sz="1200" b="0" i="0">
                        <a:solidFill>
                          <a:srgbClr val="000000"/>
                        </a:solidFill>
                        <a:effectLst/>
                        <a:highlight>
                          <a:srgbClr val="D5E6F5"/>
                        </a:highlight>
                        <a:latin typeface="Arial"/>
                      </a:endParaRPr>
                    </a:p>
                  </a:txBody>
                  <a:tcPr marL="94869" marR="94869" marT="47435" marB="47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1" i="0" u="none" strike="noStrike">
                          <a:solidFill>
                            <a:srgbClr val="000000"/>
                          </a:solidFill>
                          <a:effectLst/>
                          <a:highlight>
                            <a:srgbClr val="D5E6F5"/>
                          </a:highlight>
                          <a:latin typeface="Arial"/>
                        </a:rPr>
                        <a:t>PLM ID</a:t>
                      </a:r>
                      <a:endParaRPr lang="en-US" sz="1200" b="0" i="0">
                        <a:solidFill>
                          <a:srgbClr val="000000"/>
                        </a:solidFill>
                        <a:effectLst/>
                        <a:highlight>
                          <a:srgbClr val="D5E6F5"/>
                        </a:highlight>
                        <a:latin typeface="Arial"/>
                      </a:endParaRPr>
                    </a:p>
                  </a:txBody>
                  <a:tcPr marL="94869" marR="94869" marT="47435" marB="47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1" i="0" u="none" strike="noStrike">
                          <a:solidFill>
                            <a:srgbClr val="000000"/>
                          </a:solidFill>
                          <a:effectLst/>
                          <a:highlight>
                            <a:srgbClr val="D5E6F5"/>
                          </a:highlight>
                          <a:latin typeface="Arial"/>
                        </a:rPr>
                        <a:t>Initial Battery voltage </a:t>
                      </a:r>
                      <a:endParaRPr lang="en-US" sz="1200" b="0" i="0">
                        <a:solidFill>
                          <a:srgbClr val="000000"/>
                        </a:solidFill>
                        <a:effectLst/>
                        <a:highlight>
                          <a:srgbClr val="D5E6F5"/>
                        </a:highlight>
                        <a:latin typeface="Arial"/>
                      </a:endParaRPr>
                    </a:p>
                  </a:txBody>
                  <a:tcPr marL="94869" marR="94869" marT="47425" marB="474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1" i="0" u="none" strike="noStrike">
                          <a:solidFill>
                            <a:srgbClr val="000000"/>
                          </a:solidFill>
                          <a:effectLst/>
                          <a:highlight>
                            <a:srgbClr val="D5E6F5"/>
                          </a:highlight>
                          <a:latin typeface="Arial"/>
                        </a:rPr>
                        <a:t>Latest Battery voltage </a:t>
                      </a:r>
                      <a:endParaRPr lang="en-US" sz="1200" b="0" i="0">
                        <a:solidFill>
                          <a:srgbClr val="000000"/>
                        </a:solidFill>
                        <a:effectLst/>
                        <a:highlight>
                          <a:srgbClr val="D5E6F5"/>
                        </a:highlight>
                        <a:latin typeface="Arial"/>
                      </a:endParaRPr>
                    </a:p>
                  </a:txBody>
                  <a:tcPr marL="94869" marR="94869" marT="47435" marB="47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1" i="0" u="none" strike="noStrike">
                          <a:solidFill>
                            <a:srgbClr val="000000"/>
                          </a:solidFill>
                          <a:effectLst/>
                          <a:highlight>
                            <a:srgbClr val="D5E6F5"/>
                          </a:highlight>
                          <a:latin typeface="Arial"/>
                        </a:rPr>
                        <a:t>Difference Battery voltage </a:t>
                      </a:r>
                      <a:endParaRPr lang="en-US" sz="1200" b="0" i="0">
                        <a:solidFill>
                          <a:srgbClr val="000000"/>
                        </a:solidFill>
                        <a:effectLst/>
                        <a:highlight>
                          <a:srgbClr val="D5E6F5"/>
                        </a:highlight>
                        <a:latin typeface="Arial"/>
                      </a:endParaRPr>
                    </a:p>
                  </a:txBody>
                  <a:tcPr marL="94869" marR="94869" marT="47425" marB="474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1" i="0" u="none" strike="noStrike">
                          <a:solidFill>
                            <a:srgbClr val="000000"/>
                          </a:solidFill>
                          <a:effectLst/>
                          <a:highlight>
                            <a:srgbClr val="D5E6F5"/>
                          </a:highlight>
                          <a:latin typeface="Arial"/>
                        </a:rPr>
                        <a:t>Remarks</a:t>
                      </a:r>
                      <a:endParaRPr lang="en-US" sz="1200" b="0" i="0">
                        <a:solidFill>
                          <a:srgbClr val="000000"/>
                        </a:solidFill>
                        <a:effectLst/>
                        <a:highlight>
                          <a:srgbClr val="D5E6F5"/>
                        </a:highlight>
                        <a:latin typeface="Arial"/>
                      </a:endParaRPr>
                    </a:p>
                  </a:txBody>
                  <a:tcPr marL="94869" marR="94869" marT="47435" marB="4743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extLst>
                  <a:ext uri="{0D108BD9-81ED-4DB2-BD59-A6C34878D82A}">
                    <a16:rowId xmlns:a16="http://schemas.microsoft.com/office/drawing/2014/main" val="555335430"/>
                  </a:ext>
                </a:extLst>
              </a:tr>
              <a:tr h="276225">
                <a:tc>
                  <a:txBody>
                    <a:bodyPr/>
                    <a:lstStyle/>
                    <a:p>
                      <a:pPr algn="ctr" fontAlgn="base"/>
                      <a:r>
                        <a:rPr lang="en-US" sz="1200" b="0" i="0">
                          <a:solidFill>
                            <a:srgbClr val="000000"/>
                          </a:solidFill>
                          <a:effectLst/>
                          <a:highlight>
                            <a:srgbClr val="EBF3FA"/>
                          </a:highlight>
                          <a:latin typeface="Arial"/>
                        </a:rPr>
                        <a:t>1</a:t>
                      </a: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base"/>
                      <a:r>
                        <a:rPr lang="en-US" sz="1200" b="0" i="0" u="none" strike="noStrike">
                          <a:solidFill>
                            <a:srgbClr val="000000"/>
                          </a:solidFill>
                          <a:effectLst/>
                          <a:highlight>
                            <a:srgbClr val="EBF3FA"/>
                          </a:highlight>
                          <a:latin typeface="Arial"/>
                        </a:rPr>
                        <a:t>2326233100002</a:t>
                      </a:r>
                      <a:endParaRPr lang="en-US" sz="1200" b="0" i="0">
                        <a:solidFill>
                          <a:srgbClr val="000000"/>
                        </a:solidFill>
                        <a:effectLst/>
                        <a:highlight>
                          <a:srgbClr val="EBF3FA"/>
                        </a:highlight>
                        <a:latin typeface="Arial"/>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base"/>
                      <a:r>
                        <a:rPr lang="en-US" sz="1200" b="0" i="0" u="none" strike="noStrike">
                          <a:solidFill>
                            <a:srgbClr val="000000"/>
                          </a:solidFill>
                          <a:effectLst/>
                          <a:highlight>
                            <a:srgbClr val="EBF3FA"/>
                          </a:highlight>
                          <a:latin typeface="Arial"/>
                        </a:rPr>
                        <a:t>PALBWOZPLgEYQj78</a:t>
                      </a:r>
                      <a:endParaRPr lang="en-US" sz="1200" b="0" i="0">
                        <a:solidFill>
                          <a:srgbClr val="000000"/>
                        </a:solidFill>
                        <a:effectLst/>
                        <a:highlight>
                          <a:srgbClr val="EBF3FA"/>
                        </a:highlight>
                        <a:latin typeface="Arial"/>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base"/>
                      <a:r>
                        <a:rPr lang="en-US" sz="1200" b="0" i="0">
                          <a:solidFill>
                            <a:srgbClr val="000000"/>
                          </a:solidFill>
                          <a:effectLst/>
                          <a:highlight>
                            <a:srgbClr val="EBF3FA"/>
                          </a:highlight>
                          <a:latin typeface="Arial"/>
                        </a:rPr>
                        <a:t>3.453</a:t>
                      </a:r>
                    </a:p>
                  </a:txBody>
                  <a:tcPr marL="94869" marR="94869" marT="47425" marB="47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base"/>
                      <a:r>
                        <a:rPr lang="en-US" sz="1200" b="0" i="0">
                          <a:solidFill>
                            <a:srgbClr val="000000"/>
                          </a:solidFill>
                          <a:effectLst/>
                          <a:highlight>
                            <a:srgbClr val="EBF3FA"/>
                          </a:highlight>
                          <a:latin typeface="Arial"/>
                        </a:rPr>
                        <a:t>3.453</a:t>
                      </a: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base"/>
                      <a:r>
                        <a:rPr lang="en-US" sz="1200" b="0" i="0">
                          <a:solidFill>
                            <a:srgbClr val="000000"/>
                          </a:solidFill>
                          <a:effectLst/>
                          <a:highlight>
                            <a:srgbClr val="EBF3FA"/>
                          </a:highlight>
                          <a:latin typeface="Arial"/>
                        </a:rPr>
                        <a:t>0</a:t>
                      </a:r>
                    </a:p>
                  </a:txBody>
                  <a:tcPr marL="94869" marR="94869" marT="47425" marB="47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auto"/>
                      <a:endParaRPr lang="en-US" sz="1200" b="0" i="0">
                        <a:solidFill>
                          <a:srgbClr val="000000"/>
                        </a:solidFill>
                        <a:effectLst/>
                        <a:highlight>
                          <a:srgbClr val="EBF3FA"/>
                        </a:highlight>
                        <a:latin typeface="Arial"/>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extLst>
                  <a:ext uri="{0D108BD9-81ED-4DB2-BD59-A6C34878D82A}">
                    <a16:rowId xmlns:a16="http://schemas.microsoft.com/office/drawing/2014/main" val="4079881368"/>
                  </a:ext>
                </a:extLst>
              </a:tr>
              <a:tr h="276225">
                <a:tc>
                  <a:txBody>
                    <a:bodyPr/>
                    <a:lstStyle/>
                    <a:p>
                      <a:pPr algn="ctr" fontAlgn="base"/>
                      <a:r>
                        <a:rPr lang="en-US" sz="1200" b="0" i="0">
                          <a:solidFill>
                            <a:srgbClr val="000000"/>
                          </a:solidFill>
                          <a:effectLst/>
                          <a:highlight>
                            <a:srgbClr val="D5E6F5"/>
                          </a:highlight>
                          <a:latin typeface="Arial"/>
                        </a:rPr>
                        <a:t>2</a:t>
                      </a: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0" i="0" u="none" strike="noStrike">
                          <a:solidFill>
                            <a:srgbClr val="000000"/>
                          </a:solidFill>
                          <a:effectLst/>
                          <a:highlight>
                            <a:srgbClr val="D5E6F5"/>
                          </a:highlight>
                          <a:latin typeface="Arial"/>
                        </a:rPr>
                        <a:t>2326233100005</a:t>
                      </a:r>
                      <a:endParaRPr lang="en-US" sz="1200" b="0" i="0">
                        <a:solidFill>
                          <a:srgbClr val="000000"/>
                        </a:solidFill>
                        <a:effectLst/>
                        <a:highlight>
                          <a:srgbClr val="D5E6F5"/>
                        </a:highlight>
                        <a:latin typeface="Arial"/>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0" i="0" u="none" strike="noStrike">
                          <a:solidFill>
                            <a:srgbClr val="000000"/>
                          </a:solidFill>
                          <a:effectLst/>
                          <a:highlight>
                            <a:srgbClr val="D5E6F5"/>
                          </a:highlight>
                          <a:latin typeface="Arial"/>
                        </a:rPr>
                        <a:t>PAJ0Zzx4JZEjdt9I </a:t>
                      </a:r>
                      <a:endParaRPr lang="en-US" sz="1200" b="0" i="0">
                        <a:solidFill>
                          <a:srgbClr val="000000"/>
                        </a:solidFill>
                        <a:effectLst/>
                        <a:highlight>
                          <a:srgbClr val="D5E6F5"/>
                        </a:highlight>
                        <a:latin typeface="Arial"/>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0" i="0">
                          <a:solidFill>
                            <a:srgbClr val="000000"/>
                          </a:solidFill>
                          <a:effectLst/>
                          <a:highlight>
                            <a:srgbClr val="D5E6F5"/>
                          </a:highlight>
                          <a:latin typeface="Arial"/>
                        </a:rPr>
                        <a:t>3.420</a:t>
                      </a:r>
                    </a:p>
                  </a:txBody>
                  <a:tcPr marL="94869" marR="94869" marT="47425" marB="47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0" i="0">
                          <a:solidFill>
                            <a:srgbClr val="000000"/>
                          </a:solidFill>
                          <a:effectLst/>
                          <a:highlight>
                            <a:srgbClr val="D5E6F5"/>
                          </a:highlight>
                          <a:latin typeface="Arial"/>
                        </a:rPr>
                        <a:t>3.420</a:t>
                      </a: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0" i="0">
                          <a:solidFill>
                            <a:srgbClr val="000000"/>
                          </a:solidFill>
                          <a:effectLst/>
                          <a:highlight>
                            <a:srgbClr val="D5E6F5"/>
                          </a:highlight>
                          <a:latin typeface="Arial"/>
                        </a:rPr>
                        <a:t>0</a:t>
                      </a:r>
                    </a:p>
                  </a:txBody>
                  <a:tcPr marL="94869" marR="94869" marT="47425" marB="47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auto"/>
                      <a:endParaRPr lang="en-US" sz="1200" b="0" i="0">
                        <a:solidFill>
                          <a:srgbClr val="000000"/>
                        </a:solidFill>
                        <a:effectLst/>
                        <a:highlight>
                          <a:srgbClr val="D5E6F5"/>
                        </a:highlight>
                        <a:latin typeface="Arial"/>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extLst>
                  <a:ext uri="{0D108BD9-81ED-4DB2-BD59-A6C34878D82A}">
                    <a16:rowId xmlns:a16="http://schemas.microsoft.com/office/drawing/2014/main" val="4124983434"/>
                  </a:ext>
                </a:extLst>
              </a:tr>
              <a:tr h="276225">
                <a:tc>
                  <a:txBody>
                    <a:bodyPr/>
                    <a:lstStyle/>
                    <a:p>
                      <a:pPr algn="ctr" fontAlgn="base"/>
                      <a:r>
                        <a:rPr lang="en-US" sz="1200" b="0" i="0">
                          <a:solidFill>
                            <a:srgbClr val="000000"/>
                          </a:solidFill>
                          <a:effectLst/>
                          <a:highlight>
                            <a:srgbClr val="EBF3FA"/>
                          </a:highlight>
                          <a:latin typeface="Arial"/>
                        </a:rPr>
                        <a:t>3</a:t>
                      </a: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base"/>
                      <a:r>
                        <a:rPr lang="en-US" sz="1200" b="0" i="0" u="none" strike="noStrike">
                          <a:solidFill>
                            <a:srgbClr val="000000"/>
                          </a:solidFill>
                          <a:effectLst/>
                          <a:highlight>
                            <a:srgbClr val="EBF3FA"/>
                          </a:highlight>
                          <a:latin typeface="Calibri"/>
                        </a:rPr>
                        <a:t>2326233100004</a:t>
                      </a:r>
                      <a:endParaRPr lang="en-US" sz="1200" b="0" i="0">
                        <a:solidFill>
                          <a:srgbClr val="000000"/>
                        </a:solidFill>
                        <a:effectLst/>
                        <a:highlight>
                          <a:srgbClr val="EBF3FA"/>
                        </a:highlight>
                        <a:latin typeface="Calibri"/>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base"/>
                      <a:r>
                        <a:rPr lang="en-US" sz="1200" b="0" i="0" u="none" strike="noStrike">
                          <a:solidFill>
                            <a:srgbClr val="000000"/>
                          </a:solidFill>
                          <a:effectLst/>
                          <a:highlight>
                            <a:srgbClr val="EBF3FA"/>
                          </a:highlight>
                          <a:latin typeface="Arial"/>
                        </a:rPr>
                        <a:t>PIo8xRYG5RDO0mg</a:t>
                      </a:r>
                      <a:endParaRPr lang="en-US" sz="1200" b="0" i="0">
                        <a:solidFill>
                          <a:srgbClr val="000000"/>
                        </a:solidFill>
                        <a:effectLst/>
                        <a:highlight>
                          <a:srgbClr val="EBF3FA"/>
                        </a:highlight>
                        <a:latin typeface="Arial"/>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base"/>
                      <a:r>
                        <a:rPr lang="en-US" sz="1200" b="0" i="0">
                          <a:solidFill>
                            <a:srgbClr val="000000"/>
                          </a:solidFill>
                          <a:effectLst/>
                          <a:highlight>
                            <a:srgbClr val="EBF3FA"/>
                          </a:highlight>
                          <a:latin typeface="Arial"/>
                        </a:rPr>
                        <a:t>3.531</a:t>
                      </a:r>
                    </a:p>
                  </a:txBody>
                  <a:tcPr marL="94869" marR="94869" marT="47425" marB="47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base"/>
                      <a:r>
                        <a:rPr lang="en-US" sz="1200" b="0" i="0">
                          <a:solidFill>
                            <a:srgbClr val="000000"/>
                          </a:solidFill>
                          <a:effectLst/>
                          <a:highlight>
                            <a:srgbClr val="EBF3FA"/>
                          </a:highlight>
                          <a:latin typeface="Arial"/>
                        </a:rPr>
                        <a:t>3.531</a:t>
                      </a: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base"/>
                      <a:r>
                        <a:rPr lang="en-US" sz="1200" b="0" i="0">
                          <a:solidFill>
                            <a:srgbClr val="000000"/>
                          </a:solidFill>
                          <a:effectLst/>
                          <a:highlight>
                            <a:srgbClr val="EBF3FA"/>
                          </a:highlight>
                          <a:latin typeface="Arial"/>
                        </a:rPr>
                        <a:t>0</a:t>
                      </a:r>
                    </a:p>
                  </a:txBody>
                  <a:tcPr marL="94869" marR="94869" marT="47425" marB="47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tc>
                  <a:txBody>
                    <a:bodyPr/>
                    <a:lstStyle/>
                    <a:p>
                      <a:pPr algn="ctr" fontAlgn="auto"/>
                      <a:endParaRPr lang="en-US" sz="1200" b="0" i="0">
                        <a:solidFill>
                          <a:srgbClr val="000000"/>
                        </a:solidFill>
                        <a:effectLst/>
                        <a:highlight>
                          <a:srgbClr val="EBF3FA"/>
                        </a:highlight>
                        <a:latin typeface="Arial"/>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F3FA"/>
                    </a:solidFill>
                  </a:tcPr>
                </a:tc>
                <a:extLst>
                  <a:ext uri="{0D108BD9-81ED-4DB2-BD59-A6C34878D82A}">
                    <a16:rowId xmlns:a16="http://schemas.microsoft.com/office/drawing/2014/main" val="4265931581"/>
                  </a:ext>
                </a:extLst>
              </a:tr>
              <a:tr h="219075">
                <a:tc>
                  <a:txBody>
                    <a:bodyPr/>
                    <a:lstStyle/>
                    <a:p>
                      <a:pPr algn="ctr" fontAlgn="base"/>
                      <a:r>
                        <a:rPr lang="en-US" sz="1200" b="0" i="0">
                          <a:solidFill>
                            <a:srgbClr val="000000"/>
                          </a:solidFill>
                          <a:effectLst/>
                          <a:highlight>
                            <a:srgbClr val="D5E6F5"/>
                          </a:highlight>
                          <a:latin typeface="Arial"/>
                        </a:rPr>
                        <a:t>4</a:t>
                      </a: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0" i="0" u="none" strike="noStrike">
                          <a:solidFill>
                            <a:srgbClr val="000000"/>
                          </a:solidFill>
                          <a:effectLst/>
                          <a:highlight>
                            <a:srgbClr val="D5E6F5"/>
                          </a:highlight>
                          <a:latin typeface="Calibri"/>
                        </a:rPr>
                        <a:t>2326233100003</a:t>
                      </a:r>
                      <a:endParaRPr lang="en-US" sz="1200" b="0" i="0">
                        <a:solidFill>
                          <a:srgbClr val="000000"/>
                        </a:solidFill>
                        <a:effectLst/>
                        <a:highlight>
                          <a:srgbClr val="D5E6F5"/>
                        </a:highlight>
                        <a:latin typeface="Calibri"/>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0" i="0" u="none" strike="noStrike">
                          <a:solidFill>
                            <a:srgbClr val="000000"/>
                          </a:solidFill>
                          <a:effectLst/>
                          <a:highlight>
                            <a:srgbClr val="D5E6F5"/>
                          </a:highlight>
                          <a:latin typeface="Arial"/>
                        </a:rPr>
                        <a:t>PfPKHpUd2QZGmmQ</a:t>
                      </a:r>
                      <a:endParaRPr lang="en-US" sz="1200" b="0" i="0">
                        <a:solidFill>
                          <a:srgbClr val="000000"/>
                        </a:solidFill>
                        <a:effectLst/>
                        <a:highlight>
                          <a:srgbClr val="D5E6F5"/>
                        </a:highlight>
                        <a:latin typeface="Arial"/>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0" i="0">
                          <a:solidFill>
                            <a:srgbClr val="000000"/>
                          </a:solidFill>
                          <a:effectLst/>
                          <a:highlight>
                            <a:srgbClr val="D5E6F5"/>
                          </a:highlight>
                          <a:latin typeface="Arial"/>
                        </a:rPr>
                        <a:t>3.498</a:t>
                      </a:r>
                    </a:p>
                  </a:txBody>
                  <a:tcPr marL="94869" marR="94869" marT="47425" marB="47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0" i="0">
                          <a:solidFill>
                            <a:srgbClr val="000000"/>
                          </a:solidFill>
                          <a:effectLst/>
                          <a:highlight>
                            <a:srgbClr val="D5E6F5"/>
                          </a:highlight>
                          <a:latin typeface="Arial"/>
                        </a:rPr>
                        <a:t>3.498</a:t>
                      </a: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base"/>
                      <a:r>
                        <a:rPr lang="en-US" sz="1200" b="0" i="0">
                          <a:solidFill>
                            <a:srgbClr val="000000"/>
                          </a:solidFill>
                          <a:effectLst/>
                          <a:highlight>
                            <a:srgbClr val="D5E6F5"/>
                          </a:highlight>
                          <a:latin typeface="Arial"/>
                        </a:rPr>
                        <a:t>0</a:t>
                      </a:r>
                    </a:p>
                  </a:txBody>
                  <a:tcPr marL="94869" marR="94869" marT="47425" marB="47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tc>
                  <a:txBody>
                    <a:bodyPr/>
                    <a:lstStyle/>
                    <a:p>
                      <a:pPr algn="ctr" fontAlgn="auto"/>
                      <a:endParaRPr lang="en-US" sz="1200" b="0" i="0" u="none" strike="noStrike">
                        <a:solidFill>
                          <a:srgbClr val="000000"/>
                        </a:solidFill>
                        <a:effectLst/>
                        <a:highlight>
                          <a:srgbClr val="D5E6F5"/>
                        </a:highlight>
                        <a:latin typeface="Arial"/>
                      </a:endParaRPr>
                    </a:p>
                  </a:txBody>
                  <a:tcPr marL="94869" marR="94869" marT="47435" marB="4743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6F5"/>
                    </a:solidFill>
                  </a:tcPr>
                </a:tc>
                <a:extLst>
                  <a:ext uri="{0D108BD9-81ED-4DB2-BD59-A6C34878D82A}">
                    <a16:rowId xmlns:a16="http://schemas.microsoft.com/office/drawing/2014/main" val="1547349576"/>
                  </a:ext>
                </a:extLst>
              </a:tr>
            </a:tbl>
          </a:graphicData>
        </a:graphic>
      </p:graphicFrame>
      <p:pic>
        <p:nvPicPr>
          <p:cNvPr id="197" name="Picture 22"/>
          <p:cNvPicPr/>
          <p:nvPr/>
        </p:nvPicPr>
        <p:blipFill>
          <a:blip r:embed="rId2"/>
          <a:srcRect l="-2076" r="-3865"/>
          <a:stretch/>
        </p:blipFill>
        <p:spPr>
          <a:xfrm>
            <a:off x="10487880" y="296326"/>
            <a:ext cx="1393200" cy="884520"/>
          </a:xfrm>
          <a:prstGeom prst="rect">
            <a:avLst/>
          </a:prstGeom>
          <a:ln w="0">
            <a:noFill/>
          </a:ln>
        </p:spPr>
      </p:pic>
    </p:spTree>
    <p:extLst>
      <p:ext uri="{BB962C8B-B14F-4D97-AF65-F5344CB8AC3E}">
        <p14:creationId xmlns:p14="http://schemas.microsoft.com/office/powerpoint/2010/main" val="3108601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11</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spc="-1">
                <a:ea typeface="+mn-lt"/>
                <a:cs typeface="+mn-lt"/>
              </a:rPr>
              <a:t>Conclusive points </a:t>
            </a: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sp>
        <p:nvSpPr>
          <p:cNvPr id="2" name="TextBox 3">
            <a:extLst>
              <a:ext uri="{FF2B5EF4-FFF2-40B4-BE49-F238E27FC236}">
                <a16:creationId xmlns:a16="http://schemas.microsoft.com/office/drawing/2014/main" id="{CA282D95-D528-0791-5E88-7BBE3471F9AD}"/>
              </a:ext>
            </a:extLst>
          </p:cNvPr>
          <p:cNvSpPr txBox="1"/>
          <p:nvPr/>
        </p:nvSpPr>
        <p:spPr>
          <a:xfrm>
            <a:off x="471961" y="1178565"/>
            <a:ext cx="11179977" cy="486287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262626"/>
                </a:solidFill>
                <a:cs typeface="Arial"/>
              </a:rPr>
              <a:t> </a:t>
            </a:r>
            <a:endParaRPr lang="en-US" sz="2000" b="1">
              <a:solidFill>
                <a:srgbClr val="000000"/>
              </a:solidFill>
              <a:cs typeface="Arial"/>
            </a:endParaRPr>
          </a:p>
          <a:p>
            <a:pPr lvl="1"/>
            <a:r>
              <a:rPr lang="en-US" sz="2000" b="1">
                <a:solidFill>
                  <a:srgbClr val="262626"/>
                </a:solidFill>
                <a:cs typeface="Arial"/>
              </a:rPr>
              <a:t>Device Performance </a:t>
            </a:r>
          </a:p>
          <a:p>
            <a:pPr marL="1200150" lvl="2" indent="-285750">
              <a:buFont typeface="Wingdings"/>
              <a:buChar char="§"/>
            </a:pPr>
            <a:r>
              <a:rPr lang="en-US">
                <a:solidFill>
                  <a:srgbClr val="000000"/>
                </a:solidFill>
                <a:ea typeface="+mn-lt"/>
                <a:cs typeface="+mn-lt"/>
              </a:rPr>
              <a:t>Devices can read meter consumption properly. </a:t>
            </a:r>
          </a:p>
          <a:p>
            <a:pPr marL="1200150" lvl="2" indent="-285750">
              <a:buFont typeface="Wingdings"/>
              <a:buChar char="§"/>
            </a:pPr>
            <a:r>
              <a:rPr lang="en-US">
                <a:ea typeface="+mn-lt"/>
                <a:cs typeface="+mn-lt"/>
              </a:rPr>
              <a:t>Devices can send uplink every hour successfully with an updated pulse count, battery status, and tamper status in a proper manner. </a:t>
            </a:r>
          </a:p>
          <a:p>
            <a:pPr marL="1200150" lvl="2" indent="-285750">
              <a:buFont typeface="Wingdings"/>
              <a:buChar char="§"/>
            </a:pPr>
            <a:r>
              <a:rPr lang="en-US">
                <a:ea typeface="+mn-lt"/>
                <a:cs typeface="+mn-lt"/>
              </a:rPr>
              <a:t>Device can alert all supportive tampers.</a:t>
            </a:r>
          </a:p>
          <a:p>
            <a:pPr marL="1200150" lvl="2" indent="-285750">
              <a:buFont typeface="Wingdings"/>
              <a:buChar char="§"/>
            </a:pPr>
            <a:r>
              <a:rPr lang="en-US">
                <a:solidFill>
                  <a:srgbClr val="000000"/>
                </a:solidFill>
                <a:ea typeface="+mn-lt"/>
                <a:cs typeface="+mn-lt"/>
              </a:rPr>
              <a:t>Devices can receive a downlink to set the device's configuration purposes after sending an uplink.</a:t>
            </a:r>
            <a:r>
              <a:rPr lang="en-US">
                <a:solidFill>
                  <a:srgbClr val="000000"/>
                </a:solidFill>
                <a:cs typeface="Arial"/>
              </a:rPr>
              <a:t> </a:t>
            </a:r>
          </a:p>
          <a:p>
            <a:pPr marL="1200150" lvl="2" indent="-285750">
              <a:buFont typeface="Wingdings"/>
              <a:buChar char="§"/>
            </a:pPr>
            <a:r>
              <a:rPr lang="en-US">
                <a:solidFill>
                  <a:srgbClr val="000000"/>
                </a:solidFill>
                <a:ea typeface="+mn-lt"/>
                <a:cs typeface="+mn-lt"/>
              </a:rPr>
              <a:t>Devices can capture logs for debugging purposes, which will be shown after a complete field test.</a:t>
            </a:r>
            <a:r>
              <a:rPr lang="en-US">
                <a:solidFill>
                  <a:srgbClr val="000000"/>
                </a:solidFill>
                <a:cs typeface="Arial"/>
              </a:rPr>
              <a:t> </a:t>
            </a:r>
          </a:p>
          <a:p>
            <a:pPr marL="1200150" lvl="2" indent="-285750">
              <a:buFont typeface="Wingdings"/>
              <a:buChar char="§"/>
            </a:pPr>
            <a:r>
              <a:rPr lang="en-US">
                <a:solidFill>
                  <a:srgbClr val="000000"/>
                </a:solidFill>
                <a:ea typeface="+mn-lt"/>
                <a:cs typeface="+mn-lt"/>
              </a:rPr>
              <a:t>Devices can send an instant uplink for a low battery alert, and when a soft reset occurs, devices also record the soft reset count in the device. </a:t>
            </a:r>
            <a:endParaRPr lang="en-US">
              <a:solidFill>
                <a:srgbClr val="000000"/>
              </a:solidFill>
              <a:cs typeface="Arial"/>
            </a:endParaRPr>
          </a:p>
          <a:p>
            <a:pPr marL="1200150" lvl="2" indent="-285750">
              <a:buFont typeface="Wingdings"/>
              <a:buChar char="§"/>
            </a:pPr>
            <a:endParaRPr lang="en-US">
              <a:cs typeface="Arial"/>
            </a:endParaRPr>
          </a:p>
          <a:p>
            <a:pPr marL="1657350" lvl="3" indent="-285750">
              <a:buFont typeface="Arial"/>
              <a:buChar char="•"/>
            </a:pPr>
            <a:endParaRPr lang="en-US">
              <a:cs typeface="Arial"/>
            </a:endParaRPr>
          </a:p>
          <a:p>
            <a:pPr marL="1657350" lvl="3" indent="-285750">
              <a:buFont typeface="Arial"/>
              <a:buChar char="•"/>
            </a:pPr>
            <a:endParaRPr lang="en-US">
              <a:cs typeface="Arial"/>
            </a:endParaRPr>
          </a:p>
          <a:p>
            <a:pPr marL="1200150" lvl="2" indent="-285750">
              <a:buFont typeface="Wingdings"/>
              <a:buChar char="§"/>
            </a:pPr>
            <a:endParaRPr lang="en-US">
              <a:cs typeface="Arial"/>
            </a:endParaRPr>
          </a:p>
          <a:p>
            <a:pPr marL="742950" lvl="1" indent="-285750">
              <a:buFont typeface="Arial"/>
              <a:buChar char="•"/>
            </a:pPr>
            <a:endParaRPr lang="en-US">
              <a:cs typeface="Arial"/>
            </a:endParaRPr>
          </a:p>
        </p:txBody>
      </p:sp>
    </p:spTree>
    <p:extLst>
      <p:ext uri="{BB962C8B-B14F-4D97-AF65-F5344CB8AC3E}">
        <p14:creationId xmlns:p14="http://schemas.microsoft.com/office/powerpoint/2010/main" val="740932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12</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spc="-1">
                <a:ea typeface="+mn-lt"/>
                <a:cs typeface="+mn-lt"/>
              </a:rPr>
              <a:t>Conclusive points </a:t>
            </a: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sp>
        <p:nvSpPr>
          <p:cNvPr id="2" name="TextBox 3">
            <a:extLst>
              <a:ext uri="{FF2B5EF4-FFF2-40B4-BE49-F238E27FC236}">
                <a16:creationId xmlns:a16="http://schemas.microsoft.com/office/drawing/2014/main" id="{CA282D95-D528-0791-5E88-7BBE3471F9AD}"/>
              </a:ext>
            </a:extLst>
          </p:cNvPr>
          <p:cNvSpPr txBox="1"/>
          <p:nvPr/>
        </p:nvSpPr>
        <p:spPr>
          <a:xfrm>
            <a:off x="471961" y="1178565"/>
            <a:ext cx="11179977" cy="566308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n-US" sz="2000" b="1">
                <a:solidFill>
                  <a:srgbClr val="262626"/>
                </a:solidFill>
                <a:cs typeface="Arial"/>
              </a:rPr>
              <a:t>NB-IoT Network Connectivity </a:t>
            </a:r>
            <a:endParaRPr lang="en-US" sz="2000">
              <a:solidFill>
                <a:srgbClr val="000000"/>
              </a:solidFill>
              <a:cs typeface="Arial"/>
            </a:endParaRPr>
          </a:p>
          <a:p>
            <a:pPr marL="1200150" lvl="2" indent="-285750">
              <a:buFont typeface="Wingdings,Sans-Serif"/>
              <a:buChar char="§"/>
            </a:pPr>
            <a:r>
              <a:rPr lang="en-US">
                <a:solidFill>
                  <a:srgbClr val="000000"/>
                </a:solidFill>
                <a:ea typeface="+mn-lt"/>
                <a:cs typeface="+mn-lt"/>
              </a:rPr>
              <a:t>D2C Communication: D2C communication is communicated properly for all four installed devices in a specific location.</a:t>
            </a:r>
            <a:endParaRPr lang="en-US">
              <a:ea typeface="+mn-lt"/>
              <a:cs typeface="+mn-lt"/>
            </a:endParaRPr>
          </a:p>
          <a:p>
            <a:pPr marL="1200150" lvl="2" indent="-285750">
              <a:buFont typeface="Wingdings,Sans-Serif"/>
              <a:buChar char="§"/>
            </a:pPr>
            <a:r>
              <a:rPr lang="en-US">
                <a:cs typeface="Arial"/>
              </a:rPr>
              <a:t>C2D Communication: D2C communication is communicated properly for all four installed devices in a specific location.</a:t>
            </a:r>
          </a:p>
          <a:p>
            <a:pPr marL="1200150" lvl="2" indent="-285750">
              <a:buFont typeface="Wingdings,Sans-Serif"/>
              <a:buChar char="§"/>
            </a:pPr>
            <a:r>
              <a:rPr lang="en-US">
                <a:solidFill>
                  <a:srgbClr val="FFC000"/>
                </a:solidFill>
                <a:ea typeface="+mn-lt"/>
                <a:cs typeface="+mn-lt"/>
              </a:rPr>
              <a:t>At the time of installation, it was observed that there was a network connectivity issue in the meter installed location due to the meter location inside the kitchen of the one site. device can communicate outside of the kitchen. site details as shown in the below table.</a:t>
            </a:r>
          </a:p>
          <a:p>
            <a:pPr marL="1657350" lvl="3" indent="-285750">
              <a:buFont typeface="Arial,Sans-Serif"/>
              <a:buChar char="•"/>
            </a:pPr>
            <a:endParaRPr lang="en-US"/>
          </a:p>
          <a:p>
            <a:pPr marL="1657350" lvl="3" indent="-285750">
              <a:buFont typeface="Arial,Sans-Serif"/>
              <a:buChar char="•"/>
            </a:pPr>
            <a:endParaRPr lang="en-US">
              <a:solidFill>
                <a:srgbClr val="000000"/>
              </a:solidFill>
              <a:cs typeface="Arial"/>
            </a:endParaRPr>
          </a:p>
          <a:p>
            <a:pPr marL="1657350" lvl="3" indent="-285750">
              <a:buFont typeface="Arial,Sans-Serif"/>
              <a:buChar char="•"/>
            </a:pPr>
            <a:endParaRPr lang="en-US">
              <a:solidFill>
                <a:srgbClr val="000000"/>
              </a:solidFill>
              <a:cs typeface="Arial"/>
            </a:endParaRPr>
          </a:p>
          <a:p>
            <a:pPr lvl="3"/>
            <a:endParaRPr lang="en-US">
              <a:solidFill>
                <a:srgbClr val="000000"/>
              </a:solidFill>
              <a:cs typeface="Arial"/>
            </a:endParaRPr>
          </a:p>
          <a:p>
            <a:pPr marL="1200150" lvl="2" indent="-285750">
              <a:buFont typeface="Wingdings,Sans-Serif"/>
              <a:buChar char="§"/>
            </a:pPr>
            <a:r>
              <a:rPr lang="en-US">
                <a:solidFill>
                  <a:srgbClr val="FFC000"/>
                </a:solidFill>
                <a:cs typeface="Arial"/>
              </a:rPr>
              <a:t>Network related few logs listed below (</a:t>
            </a:r>
            <a:r>
              <a:rPr lang="en-US">
                <a:solidFill>
                  <a:srgbClr val="FFC000"/>
                </a:solidFill>
                <a:ea typeface="+mn-lt"/>
                <a:cs typeface="+mn-lt"/>
              </a:rPr>
              <a:t>Note: The below four numbers will be analyzed and shown after device collection from field.)</a:t>
            </a:r>
            <a:endParaRPr lang="en-US">
              <a:solidFill>
                <a:srgbClr val="FFC000"/>
              </a:solidFill>
            </a:endParaRPr>
          </a:p>
          <a:p>
            <a:pPr marL="1657350" lvl="3" indent="-285750">
              <a:buFont typeface="Arial,Sans-Serif"/>
              <a:buChar char="•"/>
            </a:pPr>
            <a:r>
              <a:rPr lang="en-US">
                <a:solidFill>
                  <a:srgbClr val="FFC000"/>
                </a:solidFill>
                <a:cs typeface="Arial"/>
              </a:rPr>
              <a:t>Number of times Network registration  </a:t>
            </a:r>
          </a:p>
          <a:p>
            <a:pPr marL="1657350" lvl="3" indent="-285750">
              <a:buFont typeface="Arial,Sans-Serif"/>
              <a:buChar char="•"/>
            </a:pPr>
            <a:r>
              <a:rPr lang="en-US">
                <a:solidFill>
                  <a:srgbClr val="FFC000"/>
                </a:solidFill>
                <a:cs typeface="Arial"/>
              </a:rPr>
              <a:t>number of times the default app activation was requested</a:t>
            </a:r>
          </a:p>
          <a:p>
            <a:pPr marL="1657350" lvl="3" indent="-285750">
              <a:buFont typeface="Arial,Sans-Serif"/>
              <a:buChar char="•"/>
            </a:pPr>
            <a:r>
              <a:rPr lang="en-US">
                <a:solidFill>
                  <a:srgbClr val="FFC000"/>
                </a:solidFill>
                <a:cs typeface="Arial"/>
              </a:rPr>
              <a:t>Number of times a specific app activation was requested</a:t>
            </a:r>
            <a:endParaRPr lang="en-US">
              <a:solidFill>
                <a:srgbClr val="FFC000"/>
              </a:solidFill>
            </a:endParaRPr>
          </a:p>
          <a:p>
            <a:pPr marL="1657350" lvl="3" indent="-285750">
              <a:buFont typeface="Arial,Sans-Serif"/>
              <a:buChar char="•"/>
            </a:pPr>
            <a:r>
              <a:rPr lang="en-US">
                <a:solidFill>
                  <a:srgbClr val="FFC000"/>
                </a:solidFill>
                <a:ea typeface="+mn-lt"/>
                <a:cs typeface="+mn-lt"/>
              </a:rPr>
              <a:t>Number of times fail to receive acknowledgement for the D2C message.</a:t>
            </a:r>
            <a:endParaRPr lang="en-US">
              <a:solidFill>
                <a:srgbClr val="FFC000"/>
              </a:solidFill>
              <a:cs typeface="Arial"/>
            </a:endParaRPr>
          </a:p>
          <a:p>
            <a:pPr lvl="2"/>
            <a:endParaRPr lang="en-US">
              <a:cs typeface="Arial"/>
            </a:endParaRPr>
          </a:p>
          <a:p>
            <a:pPr marL="742950" lvl="1" indent="-285750">
              <a:buFont typeface="Arial"/>
              <a:buChar char="•"/>
            </a:pPr>
            <a:endParaRPr lang="en-US">
              <a:cs typeface="Arial"/>
            </a:endParaRPr>
          </a:p>
        </p:txBody>
      </p:sp>
      <p:graphicFrame>
        <p:nvGraphicFramePr>
          <p:cNvPr id="4" name="Table 3">
            <a:extLst>
              <a:ext uri="{FF2B5EF4-FFF2-40B4-BE49-F238E27FC236}">
                <a16:creationId xmlns:a16="http://schemas.microsoft.com/office/drawing/2014/main" id="{BF829FB9-557C-F35B-26CC-45295E2DC897}"/>
              </a:ext>
            </a:extLst>
          </p:cNvPr>
          <p:cNvGraphicFramePr>
            <a:graphicFrameLocks noGrp="1"/>
          </p:cNvGraphicFramePr>
          <p:nvPr>
            <p:extLst>
              <p:ext uri="{D42A27DB-BD31-4B8C-83A1-F6EECF244321}">
                <p14:modId xmlns:p14="http://schemas.microsoft.com/office/powerpoint/2010/main" val="2813266768"/>
              </p:ext>
            </p:extLst>
          </p:nvPr>
        </p:nvGraphicFramePr>
        <p:xfrm>
          <a:off x="1858268" y="3559479"/>
          <a:ext cx="8635584" cy="677506"/>
        </p:xfrm>
        <a:graphic>
          <a:graphicData uri="http://schemas.openxmlformats.org/drawingml/2006/table">
            <a:tbl>
              <a:tblPr firstRow="1" bandRow="1">
                <a:tableStyleId>{5C22544A-7EE6-4342-B048-85BDC9FD1C3A}</a:tableStyleId>
              </a:tblPr>
              <a:tblGrid>
                <a:gridCol w="2800477">
                  <a:extLst>
                    <a:ext uri="{9D8B030D-6E8A-4147-A177-3AD203B41FA5}">
                      <a16:colId xmlns:a16="http://schemas.microsoft.com/office/drawing/2014/main" val="4112356846"/>
                    </a:ext>
                  </a:extLst>
                </a:gridCol>
                <a:gridCol w="4207772">
                  <a:extLst>
                    <a:ext uri="{9D8B030D-6E8A-4147-A177-3AD203B41FA5}">
                      <a16:colId xmlns:a16="http://schemas.microsoft.com/office/drawing/2014/main" val="3019994867"/>
                    </a:ext>
                  </a:extLst>
                </a:gridCol>
                <a:gridCol w="1627335">
                  <a:extLst>
                    <a:ext uri="{9D8B030D-6E8A-4147-A177-3AD203B41FA5}">
                      <a16:colId xmlns:a16="http://schemas.microsoft.com/office/drawing/2014/main" val="2297282640"/>
                    </a:ext>
                  </a:extLst>
                </a:gridCol>
              </a:tblGrid>
              <a:tr h="281266">
                <a:tc>
                  <a:txBody>
                    <a:bodyPr/>
                    <a:lstStyle/>
                    <a:p>
                      <a:pPr algn="ctr"/>
                      <a:r>
                        <a:rPr lang="en-US" sz="1200"/>
                        <a:t>Site Name</a:t>
                      </a:r>
                    </a:p>
                  </a:txBody>
                  <a:tcPr anchor="ctr"/>
                </a:tc>
                <a:tc>
                  <a:txBody>
                    <a:bodyPr/>
                    <a:lstStyle/>
                    <a:p>
                      <a:pPr lvl="0" algn="ctr">
                        <a:buNone/>
                      </a:pPr>
                      <a:r>
                        <a:rPr lang="en-US" sz="1200" b="1" i="0" u="none" strike="noStrike" noProof="0">
                          <a:solidFill>
                            <a:srgbClr val="FFFFFF"/>
                          </a:solidFill>
                          <a:latin typeface="Arial"/>
                        </a:rPr>
                        <a:t>Site Address</a:t>
                      </a:r>
                    </a:p>
                  </a:txBody>
                  <a:tcPr anchor="ctr"/>
                </a:tc>
                <a:tc>
                  <a:txBody>
                    <a:bodyPr/>
                    <a:lstStyle/>
                    <a:p>
                      <a:pPr lvl="0" algn="ctr">
                        <a:buNone/>
                      </a:pPr>
                      <a:r>
                        <a:rPr lang="en-US" sz="1200" b="1" i="0" u="none" strike="noStrike" noProof="0">
                          <a:solidFill>
                            <a:srgbClr val="FFFFFF"/>
                          </a:solidFill>
                          <a:latin typeface="Arial"/>
                        </a:rPr>
                        <a:t>Lat log.</a:t>
                      </a:r>
                    </a:p>
                  </a:txBody>
                  <a:tcPr anchor="ctr"/>
                </a:tc>
                <a:extLst>
                  <a:ext uri="{0D108BD9-81ED-4DB2-BD59-A6C34878D82A}">
                    <a16:rowId xmlns:a16="http://schemas.microsoft.com/office/drawing/2014/main" val="951110919"/>
                  </a:ext>
                </a:extLst>
              </a:tr>
              <a:tr h="252043">
                <a:tc>
                  <a:txBody>
                    <a:bodyPr/>
                    <a:lstStyle/>
                    <a:p>
                      <a:pPr lvl="0" algn="l">
                        <a:lnSpc>
                          <a:spcPct val="100000"/>
                        </a:lnSpc>
                        <a:spcBef>
                          <a:spcPts val="0"/>
                        </a:spcBef>
                        <a:spcAft>
                          <a:spcPts val="0"/>
                        </a:spcAft>
                        <a:buNone/>
                      </a:pPr>
                      <a:r>
                        <a:rPr lang="en-US" sz="1000" b="0" i="0" u="none" strike="noStrike" kern="1200" err="1">
                          <a:solidFill>
                            <a:srgbClr val="202124"/>
                          </a:solidFill>
                          <a:latin typeface="Arial"/>
                          <a:ea typeface="+mn-ea"/>
                          <a:cs typeface="+mn-cs"/>
                        </a:rPr>
                        <a:t>Krishnashray</a:t>
                      </a:r>
                      <a:r>
                        <a:rPr lang="en-US" sz="1000" b="0" i="0" u="none" strike="noStrike" kern="1200">
                          <a:solidFill>
                            <a:srgbClr val="202124"/>
                          </a:solidFill>
                          <a:latin typeface="Arial"/>
                          <a:ea typeface="+mn-ea"/>
                          <a:cs typeface="+mn-cs"/>
                        </a:rPr>
                        <a:t> </a:t>
                      </a:r>
                      <a:r>
                        <a:rPr lang="en-US" sz="1000" b="0" i="0" u="none" strike="noStrike" kern="1200" err="1">
                          <a:solidFill>
                            <a:srgbClr val="202124"/>
                          </a:solidFill>
                          <a:latin typeface="Arial"/>
                          <a:ea typeface="+mn-ea"/>
                          <a:cs typeface="+mn-cs"/>
                        </a:rPr>
                        <a:t>Hospita</a:t>
                      </a:r>
                    </a:p>
                    <a:p>
                      <a:pPr lvl="0" algn="ctr">
                        <a:buNone/>
                      </a:pPr>
                      <a:endParaRPr lang="en-US" sz="1000" b="0" i="0" u="none" strike="noStrike" kern="1200" noProof="0">
                        <a:solidFill>
                          <a:srgbClr val="202124"/>
                        </a:solidFill>
                        <a:latin typeface="Arial"/>
                        <a:ea typeface="+mn-ea"/>
                        <a:cs typeface="+mn-cs"/>
                      </a:endParaRPr>
                    </a:p>
                  </a:txBody>
                  <a:tcPr anchor="ctr"/>
                </a:tc>
                <a:tc>
                  <a:txBody>
                    <a:bodyPr/>
                    <a:lstStyle/>
                    <a:p>
                      <a:pPr lvl="0" algn="ctr">
                        <a:buNone/>
                      </a:pPr>
                      <a:r>
                        <a:rPr lang="en-US" sz="1000" b="0" i="0" u="none" strike="noStrike" kern="1200" noProof="0">
                          <a:solidFill>
                            <a:srgbClr val="202124"/>
                          </a:solidFill>
                        </a:rPr>
                        <a:t>852X+WWV, </a:t>
                      </a:r>
                      <a:r>
                        <a:rPr lang="en-US" sz="1000" b="0" i="0" u="none" strike="noStrike" kern="1200" noProof="0" err="1">
                          <a:solidFill>
                            <a:srgbClr val="202124"/>
                          </a:solidFill>
                        </a:rPr>
                        <a:t>Santhavasaht</a:t>
                      </a:r>
                      <a:r>
                        <a:rPr lang="en-US" sz="1000" b="0" i="0" u="none" strike="noStrike" kern="1200" noProof="0">
                          <a:solidFill>
                            <a:srgbClr val="202124"/>
                          </a:solidFill>
                        </a:rPr>
                        <a:t>, </a:t>
                      </a:r>
                      <a:r>
                        <a:rPr lang="en-US" sz="1000" b="0" i="0" u="none" strike="noStrike" kern="1200" noProof="0" err="1">
                          <a:solidFill>
                            <a:srgbClr val="202124"/>
                          </a:solidFill>
                        </a:rPr>
                        <a:t>Raopura</a:t>
                      </a:r>
                      <a:r>
                        <a:rPr lang="en-US" sz="1000" b="0" i="0" u="none" strike="noStrike" kern="1200" noProof="0">
                          <a:solidFill>
                            <a:srgbClr val="202124"/>
                          </a:solidFill>
                        </a:rPr>
                        <a:t>, Mandvi, Vadodara, Gujarat 390001</a:t>
                      </a:r>
                      <a:endParaRPr lang="en-US" sz="1000" b="0" i="0" u="none" strike="noStrike" kern="1200" noProof="0">
                        <a:solidFill>
                          <a:srgbClr val="202124"/>
                        </a:solidFill>
                        <a:latin typeface="Arial"/>
                        <a:ea typeface="+mn-ea"/>
                        <a:cs typeface="+mn-cs"/>
                      </a:endParaRPr>
                    </a:p>
                  </a:txBody>
                  <a:tcPr anchor="ctr"/>
                </a:tc>
                <a:tc>
                  <a:txBody>
                    <a:bodyPr/>
                    <a:lstStyle/>
                    <a:p>
                      <a:pPr lvl="0" algn="ctr">
                        <a:lnSpc>
                          <a:spcPct val="100000"/>
                        </a:lnSpc>
                        <a:spcBef>
                          <a:spcPts val="0"/>
                        </a:spcBef>
                        <a:spcAft>
                          <a:spcPts val="0"/>
                        </a:spcAft>
                        <a:buNone/>
                      </a:pPr>
                      <a:r>
                        <a:rPr lang="en-US" sz="1000" b="0" i="0" u="none" strike="noStrike" kern="1200" noProof="0">
                          <a:solidFill>
                            <a:srgbClr val="202124"/>
                          </a:solidFill>
                        </a:rPr>
                        <a:t>22.302372071495896, 73.19983081641823</a:t>
                      </a:r>
                      <a:endParaRPr lang="en-US"/>
                    </a:p>
                  </a:txBody>
                  <a:tcPr anchor="ctr"/>
                </a:tc>
                <a:extLst>
                  <a:ext uri="{0D108BD9-81ED-4DB2-BD59-A6C34878D82A}">
                    <a16:rowId xmlns:a16="http://schemas.microsoft.com/office/drawing/2014/main" val="3776644733"/>
                  </a:ext>
                </a:extLst>
              </a:tr>
            </a:tbl>
          </a:graphicData>
        </a:graphic>
      </p:graphicFrame>
    </p:spTree>
    <p:extLst>
      <p:ext uri="{BB962C8B-B14F-4D97-AF65-F5344CB8AC3E}">
        <p14:creationId xmlns:p14="http://schemas.microsoft.com/office/powerpoint/2010/main" val="1314005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13</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spc="-1">
                <a:ea typeface="+mn-lt"/>
                <a:cs typeface="+mn-lt"/>
              </a:rPr>
              <a:t>Conclusive points </a:t>
            </a: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sp>
        <p:nvSpPr>
          <p:cNvPr id="2" name="TextBox 3">
            <a:extLst>
              <a:ext uri="{FF2B5EF4-FFF2-40B4-BE49-F238E27FC236}">
                <a16:creationId xmlns:a16="http://schemas.microsoft.com/office/drawing/2014/main" id="{CA282D95-D528-0791-5E88-7BBE3471F9AD}"/>
              </a:ext>
            </a:extLst>
          </p:cNvPr>
          <p:cNvSpPr txBox="1"/>
          <p:nvPr/>
        </p:nvSpPr>
        <p:spPr>
          <a:xfrm>
            <a:off x="524159" y="1523031"/>
            <a:ext cx="11179977" cy="52014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262626"/>
                </a:solidFill>
                <a:cs typeface="Arial"/>
              </a:rPr>
              <a:t>  Application Portal </a:t>
            </a:r>
            <a:endParaRPr lang="en-US" sz="2000" b="1">
              <a:cs typeface="Arial"/>
            </a:endParaRPr>
          </a:p>
          <a:p>
            <a:pPr marL="1257300" lvl="2" indent="-342900">
              <a:buFont typeface="Wingdings"/>
              <a:buChar char="§"/>
            </a:pPr>
            <a:r>
              <a:rPr lang="en-US" sz="2000">
                <a:solidFill>
                  <a:srgbClr val="262626"/>
                </a:solidFill>
                <a:ea typeface="+mn-lt"/>
                <a:cs typeface="+mn-lt"/>
              </a:rPr>
              <a:t>Able to show an updated pulse count, tamper status, battery status, and last communication properly.</a:t>
            </a:r>
            <a:endParaRPr lang="en-US" sz="2000">
              <a:solidFill>
                <a:srgbClr val="262626"/>
              </a:solidFill>
              <a:cs typeface="Arial"/>
            </a:endParaRPr>
          </a:p>
          <a:p>
            <a:pPr marL="1257300" lvl="2" indent="-342900">
              <a:buFont typeface="Wingdings"/>
              <a:buChar char="§"/>
            </a:pPr>
            <a:r>
              <a:rPr lang="en-US">
                <a:ea typeface="+mn-lt"/>
                <a:cs typeface="+mn-lt"/>
              </a:rPr>
              <a:t>Not able to show particular D2C uplink messages that contain raw data like message ID, payload (JSON), event type, and frame counter. Those details are necessary for test analysis purposes.</a:t>
            </a:r>
          </a:p>
          <a:p>
            <a:pPr marL="1257300" lvl="2" indent="-342900">
              <a:buFont typeface="Wingdings"/>
              <a:buChar char="§"/>
            </a:pPr>
            <a:r>
              <a:rPr lang="en-US" sz="2000">
                <a:solidFill>
                  <a:srgbClr val="262626"/>
                </a:solidFill>
                <a:ea typeface="+mn-lt"/>
                <a:cs typeface="+mn-lt"/>
              </a:rPr>
              <a:t>The present results and messages are taken from the raw PHP portal.</a:t>
            </a:r>
          </a:p>
          <a:p>
            <a:pPr marL="1257300" lvl="2" indent="-342900">
              <a:buFont typeface="Wingdings"/>
              <a:buChar char="§"/>
            </a:pPr>
            <a:r>
              <a:rPr lang="en-US" sz="2000">
                <a:solidFill>
                  <a:srgbClr val="262626"/>
                </a:solidFill>
                <a:ea typeface="+mn-lt"/>
                <a:cs typeface="+mn-lt"/>
              </a:rPr>
              <a:t>The requested feature for the portal is not ready, which is listed below.</a:t>
            </a:r>
            <a:endParaRPr lang="en-US" sz="2000">
              <a:solidFill>
                <a:srgbClr val="262626"/>
              </a:solidFill>
              <a:cs typeface="Arial"/>
            </a:endParaRPr>
          </a:p>
          <a:p>
            <a:pPr marL="1714500" lvl="3" indent="-342900">
              <a:buFont typeface="Arial"/>
              <a:buChar char="•"/>
            </a:pPr>
            <a:r>
              <a:rPr lang="en-US" sz="2000">
                <a:solidFill>
                  <a:srgbClr val="262626"/>
                </a:solidFill>
                <a:ea typeface="+mn-lt"/>
                <a:cs typeface="+mn-lt"/>
              </a:rPr>
              <a:t>In the dashboard are required things like active device, faulty device, tamper alert, low battery alert, etc.</a:t>
            </a:r>
          </a:p>
          <a:p>
            <a:pPr marL="1714500" lvl="3" indent="-342900">
              <a:buFont typeface="Arial"/>
              <a:buChar char="•"/>
            </a:pPr>
            <a:r>
              <a:rPr lang="en-US" sz="2000">
                <a:solidFill>
                  <a:srgbClr val="262626"/>
                </a:solidFill>
                <a:cs typeface="Arial"/>
              </a:rPr>
              <a:t>In the device profile are required things like gas consumption, total uplink, missed packets and are shown in graphical format. </a:t>
            </a:r>
            <a:endParaRPr lang="en-US">
              <a:solidFill>
                <a:srgbClr val="000000"/>
              </a:solidFill>
              <a:cs typeface="Arial"/>
            </a:endParaRPr>
          </a:p>
          <a:p>
            <a:pPr marL="1714500" lvl="3" indent="-342900">
              <a:buFont typeface="Arial"/>
              <a:buChar char="•"/>
            </a:pPr>
            <a:r>
              <a:rPr lang="en-US" sz="2000">
                <a:solidFill>
                  <a:srgbClr val="262626"/>
                </a:solidFill>
                <a:cs typeface="Arial"/>
              </a:rPr>
              <a:t>In the device profile battery status, tamper status</a:t>
            </a:r>
            <a:endParaRPr lang="en-US">
              <a:solidFill>
                <a:srgbClr val="000000"/>
              </a:solidFill>
              <a:cs typeface="Arial"/>
            </a:endParaRPr>
          </a:p>
          <a:p>
            <a:pPr marL="1714500" lvl="3" indent="-342900">
              <a:buFont typeface="Arial"/>
              <a:buChar char="•"/>
            </a:pPr>
            <a:r>
              <a:rPr lang="en-US" sz="2000">
                <a:solidFill>
                  <a:srgbClr val="262626"/>
                </a:solidFill>
                <a:ea typeface="+mn-lt"/>
                <a:cs typeface="+mn-lt"/>
              </a:rPr>
              <a:t>In the device profile, the C2D section implements sending a C2D downlink for device configuration purposes.</a:t>
            </a:r>
            <a:r>
              <a:rPr lang="en-US" sz="2000">
                <a:solidFill>
                  <a:srgbClr val="262626"/>
                </a:solidFill>
                <a:cs typeface="Arial"/>
              </a:rPr>
              <a:t>   </a:t>
            </a:r>
            <a:endParaRPr lang="en-US"/>
          </a:p>
          <a:p>
            <a:endParaRPr lang="en-US" sz="2000">
              <a:solidFill>
                <a:srgbClr val="262626"/>
              </a:solidFill>
              <a:cs typeface="Arial"/>
            </a:endParaRPr>
          </a:p>
          <a:p>
            <a:pPr marL="742950" lvl="1" indent="-285750">
              <a:buFont typeface="Arial"/>
              <a:buChar char="•"/>
            </a:pPr>
            <a:endParaRPr lang="en-US">
              <a:solidFill>
                <a:srgbClr val="000000"/>
              </a:solidFill>
              <a:cs typeface="Arial"/>
            </a:endParaRPr>
          </a:p>
        </p:txBody>
      </p:sp>
    </p:spTree>
    <p:extLst>
      <p:ext uri="{BB962C8B-B14F-4D97-AF65-F5344CB8AC3E}">
        <p14:creationId xmlns:p14="http://schemas.microsoft.com/office/powerpoint/2010/main" val="361322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14</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r>
              <a:rPr lang="en-US" sz="3600" spc="-1">
                <a:ea typeface="+mn-lt"/>
                <a:cs typeface="+mn-lt"/>
              </a:rPr>
              <a:t>Conclusive points </a:t>
            </a: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sp>
        <p:nvSpPr>
          <p:cNvPr id="2" name="TextBox 3">
            <a:extLst>
              <a:ext uri="{FF2B5EF4-FFF2-40B4-BE49-F238E27FC236}">
                <a16:creationId xmlns:a16="http://schemas.microsoft.com/office/drawing/2014/main" id="{CA282D95-D528-0791-5E88-7BBE3471F9AD}"/>
              </a:ext>
            </a:extLst>
          </p:cNvPr>
          <p:cNvSpPr txBox="1"/>
          <p:nvPr/>
        </p:nvSpPr>
        <p:spPr>
          <a:xfrm>
            <a:off x="524159" y="1523031"/>
            <a:ext cx="11179977" cy="403187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262626"/>
                </a:solidFill>
                <a:cs typeface="Arial"/>
              </a:rPr>
              <a:t>  Mobile Commissioning app </a:t>
            </a:r>
            <a:endParaRPr lang="en-US" sz="2000" b="1">
              <a:cs typeface="Arial"/>
            </a:endParaRPr>
          </a:p>
          <a:p>
            <a:pPr marL="1257300" lvl="2" indent="-342900">
              <a:buFont typeface="Wingdings"/>
              <a:buChar char="§"/>
            </a:pPr>
            <a:r>
              <a:rPr lang="en-US" sz="2000">
                <a:solidFill>
                  <a:srgbClr val="262626"/>
                </a:solidFill>
                <a:ea typeface="+mn-lt"/>
                <a:cs typeface="+mn-lt"/>
              </a:rPr>
              <a:t>Able to manually enter details such as device ID, meter ID, and meter initial count reding for portal entry.</a:t>
            </a:r>
          </a:p>
          <a:p>
            <a:pPr marL="1257300" lvl="2" indent="-342900">
              <a:buFont typeface="Wingdings"/>
              <a:buChar char="§"/>
            </a:pPr>
            <a:r>
              <a:rPr lang="en-US" sz="2000">
                <a:solidFill>
                  <a:srgbClr val="262626"/>
                </a:solidFill>
                <a:ea typeface="+mn-lt"/>
                <a:cs typeface="+mn-lt"/>
              </a:rPr>
              <a:t>Able to capture multiple images using a smartphone camera in the app.</a:t>
            </a:r>
          </a:p>
          <a:p>
            <a:pPr marL="1257300" lvl="2" indent="-342900">
              <a:buFont typeface="Wingdings"/>
              <a:buChar char="§"/>
            </a:pPr>
            <a:r>
              <a:rPr lang="en-US" sz="2000">
                <a:solidFill>
                  <a:srgbClr val="262626"/>
                </a:solidFill>
                <a:ea typeface="+mn-lt"/>
                <a:cs typeface="+mn-lt"/>
              </a:rPr>
              <a:t>Able to update details on the application portal that was entered in the app</a:t>
            </a:r>
          </a:p>
          <a:p>
            <a:pPr marL="1257300" lvl="2" indent="-342900">
              <a:buFont typeface="Wingdings"/>
              <a:buChar char="§"/>
            </a:pPr>
            <a:r>
              <a:rPr lang="en-US" sz="2000">
                <a:solidFill>
                  <a:srgbClr val="262626"/>
                </a:solidFill>
                <a:ea typeface="+mn-lt"/>
                <a:cs typeface="+mn-lt"/>
              </a:rPr>
              <a:t>The requested correction in app are still pending to correct, which is listed below.</a:t>
            </a:r>
            <a:endParaRPr lang="en-US">
              <a:latin typeface="Arial"/>
              <a:cs typeface="Segoe UI"/>
            </a:endParaRPr>
          </a:p>
          <a:p>
            <a:pPr marL="1714500" lvl="3" indent="-342900">
              <a:buFont typeface="Arial"/>
              <a:buChar char="•"/>
            </a:pPr>
            <a:r>
              <a:rPr lang="en-US" sz="2000">
                <a:solidFill>
                  <a:srgbClr val="262626"/>
                </a:solidFill>
                <a:ea typeface="+mn-lt"/>
                <a:cs typeface="+mn-lt"/>
              </a:rPr>
              <a:t>meter readings must have numerical data entry only</a:t>
            </a:r>
          </a:p>
          <a:p>
            <a:pPr marL="1714500" lvl="3" indent="-342900">
              <a:buFont typeface="Arial"/>
              <a:buChar char="•"/>
            </a:pPr>
            <a:r>
              <a:rPr lang="en-US" sz="2000">
                <a:solidFill>
                  <a:srgbClr val="262626"/>
                </a:solidFill>
                <a:ea typeface="+mn-lt"/>
                <a:cs typeface="+mn-lt"/>
              </a:rPr>
              <a:t>Latitude and longitude should not be editable </a:t>
            </a:r>
            <a:endParaRPr lang="en-US">
              <a:solidFill>
                <a:srgbClr val="000000"/>
              </a:solidFill>
              <a:ea typeface="+mn-lt"/>
              <a:cs typeface="+mn-lt"/>
            </a:endParaRPr>
          </a:p>
          <a:p>
            <a:pPr marL="1714500" lvl="3" indent="-342900">
              <a:buFont typeface="Arial"/>
              <a:buChar char="•"/>
            </a:pPr>
            <a:r>
              <a:rPr lang="en-US" sz="2000">
                <a:solidFill>
                  <a:srgbClr val="262626"/>
                </a:solidFill>
                <a:ea typeface="+mn-lt"/>
                <a:cs typeface="+mn-lt"/>
              </a:rPr>
              <a:t>After selection of device ID and meter ID, other paired data should be shown on the mobile app.</a:t>
            </a:r>
            <a:endParaRPr lang="en-US">
              <a:solidFill>
                <a:srgbClr val="000000"/>
              </a:solidFill>
              <a:ea typeface="+mn-lt"/>
              <a:cs typeface="+mn-lt"/>
            </a:endParaRPr>
          </a:p>
          <a:p>
            <a:pPr marL="1714500" lvl="3" indent="-342900">
              <a:buFont typeface="Arial"/>
              <a:buChar char="•"/>
            </a:pPr>
            <a:endParaRPr lang="en-US"/>
          </a:p>
          <a:p>
            <a:endParaRPr lang="en-US" sz="2000">
              <a:solidFill>
                <a:srgbClr val="262626"/>
              </a:solidFill>
              <a:cs typeface="Arial"/>
            </a:endParaRPr>
          </a:p>
          <a:p>
            <a:pPr marL="742950" lvl="1" indent="-285750">
              <a:buFont typeface="Arial"/>
              <a:buChar char="•"/>
            </a:pPr>
            <a:endParaRPr lang="en-US">
              <a:solidFill>
                <a:srgbClr val="000000"/>
              </a:solidFill>
              <a:cs typeface="Arial"/>
            </a:endParaRPr>
          </a:p>
        </p:txBody>
      </p:sp>
    </p:spTree>
    <p:extLst>
      <p:ext uri="{BB962C8B-B14F-4D97-AF65-F5344CB8AC3E}">
        <p14:creationId xmlns:p14="http://schemas.microsoft.com/office/powerpoint/2010/main" val="1582557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dt"/>
          </p:nvPr>
        </p:nvSpPr>
        <p:spPr>
          <a:xfrm>
            <a:off x="7606440" y="6456960"/>
            <a:ext cx="2844360" cy="364320"/>
          </a:xfrm>
          <a:prstGeom prst="rect">
            <a:avLst/>
          </a:prstGeom>
          <a:noFill/>
          <a:ln w="0">
            <a:noFill/>
          </a:ln>
        </p:spPr>
        <p:txBody>
          <a:bodyPr lIns="90000" tIns="45000" rIns="90000" bIns="45000" anchor="ctr">
            <a:noAutofit/>
          </a:bodyPr>
          <a:lstStyle/>
          <a:p>
            <a:pPr algn="r">
              <a:lnSpc>
                <a:spcPct val="100000"/>
              </a:lnSpc>
              <a:buNone/>
              <a:tabLst>
                <a:tab pos="0" algn="l"/>
              </a:tabLst>
            </a:pPr>
            <a:fld id="{3BB217CB-741A-42D1-8D7F-321FEBA26586}" type="datetime3">
              <a:rPr lang="en-US" sz="900" b="0" strike="noStrike" spc="-1">
                <a:solidFill>
                  <a:srgbClr val="404040"/>
                </a:solidFill>
                <a:latin typeface="Franklin Gothic Book"/>
              </a:rPr>
              <a:t>19 March 2024</a:t>
            </a:fld>
            <a:endParaRPr lang="en-IN" sz="900" b="0" strike="noStrike" spc="-1">
              <a:latin typeface="Times New Roman"/>
            </a:endParaRPr>
          </a:p>
        </p:txBody>
      </p:sp>
      <p:sp>
        <p:nvSpPr>
          <p:cNvPr id="185" name="PlaceHolder 2"/>
          <p:cNvSpPr>
            <a:spLocks noGrp="1"/>
          </p:cNvSpPr>
          <p:nvPr>
            <p:ph type="sldNum"/>
          </p:nvPr>
        </p:nvSpPr>
        <p:spPr>
          <a:xfrm>
            <a:off x="10559160" y="6456960"/>
            <a:ext cx="1051920" cy="364320"/>
          </a:xfrm>
          <a:prstGeom prst="rect">
            <a:avLst/>
          </a:prstGeom>
          <a:noFill/>
          <a:ln w="0">
            <a:noFill/>
          </a:ln>
        </p:spPr>
        <p:txBody>
          <a:bodyPr lIns="90000" tIns="45000" rIns="90000" bIns="45000" anchor="ctr">
            <a:noAutofit/>
          </a:bodyPr>
          <a:lstStyle/>
          <a:p>
            <a:pPr algn="r">
              <a:lnSpc>
                <a:spcPct val="100000"/>
              </a:lnSpc>
              <a:buNone/>
              <a:tabLst>
                <a:tab pos="0" algn="l"/>
              </a:tabLst>
            </a:pPr>
            <a:fld id="{2BC08FD1-D3C4-46DD-96A5-2FC2FC089613}" type="slidenum">
              <a:rPr lang="en-US" sz="900" b="0" strike="noStrike" spc="-1">
                <a:solidFill>
                  <a:srgbClr val="404040"/>
                </a:solidFill>
                <a:latin typeface="Franklin Gothic Book"/>
              </a:rPr>
              <a:t>15</a:t>
            </a:fld>
            <a:endParaRPr lang="en-IN" sz="900" b="0" strike="noStrike" spc="-1">
              <a:latin typeface="Times New Roman"/>
            </a:endParaRPr>
          </a:p>
        </p:txBody>
      </p:sp>
      <p:sp>
        <p:nvSpPr>
          <p:cNvPr id="186" name="Rectangle 10"/>
          <p:cNvSpPr/>
          <p:nvPr/>
        </p:nvSpPr>
        <p:spPr>
          <a:xfrm>
            <a:off x="470520" y="6465960"/>
            <a:ext cx="11230560" cy="17280"/>
          </a:xfrm>
          <a:prstGeom prst="rect">
            <a:avLst/>
          </a:prstGeom>
          <a:solidFill>
            <a:srgbClr val="FF9500"/>
          </a:solidFill>
          <a:ln cap="rnd">
            <a:solidFill>
              <a:srgbClr val="FF9500"/>
            </a:solidFill>
            <a:round/>
          </a:ln>
        </p:spPr>
        <p:style>
          <a:lnRef idx="2">
            <a:schemeClr val="accent1">
              <a:shade val="50000"/>
            </a:schemeClr>
          </a:lnRef>
          <a:fillRef idx="1">
            <a:schemeClr val="accent1"/>
          </a:fillRef>
          <a:effectRef idx="0">
            <a:schemeClr val="accent1"/>
          </a:effectRef>
          <a:fontRef idx="minor"/>
        </p:style>
      </p:sp>
      <p:sp>
        <p:nvSpPr>
          <p:cNvPr id="187" name="Title 24"/>
          <p:cNvSpPr/>
          <p:nvPr/>
        </p:nvSpPr>
        <p:spPr>
          <a:xfrm>
            <a:off x="343440" y="608400"/>
            <a:ext cx="8896680" cy="5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408240" algn="l"/>
              </a:tabLst>
            </a:pPr>
            <a:endParaRPr lang="en-US" sz="3600" spc="-1">
              <a:ea typeface="+mn-lt"/>
              <a:cs typeface="+mn-lt"/>
            </a:endParaRPr>
          </a:p>
        </p:txBody>
      </p:sp>
      <p:sp>
        <p:nvSpPr>
          <p:cNvPr id="188" name="Rectangle 31"/>
          <p:cNvSpPr/>
          <p:nvPr/>
        </p:nvSpPr>
        <p:spPr>
          <a:xfrm>
            <a:off x="0" y="587880"/>
            <a:ext cx="109800" cy="589320"/>
          </a:xfrm>
          <a:prstGeom prst="rect">
            <a:avLst/>
          </a:prstGeom>
          <a:solidFill>
            <a:srgbClr val="FF9500"/>
          </a:solidFill>
          <a:ln>
            <a:noFill/>
          </a:ln>
        </p:spPr>
        <p:style>
          <a:lnRef idx="2">
            <a:schemeClr val="accent1">
              <a:shade val="50000"/>
            </a:schemeClr>
          </a:lnRef>
          <a:fillRef idx="1">
            <a:schemeClr val="accent1"/>
          </a:fillRef>
          <a:effectRef idx="0">
            <a:schemeClr val="accent1"/>
          </a:effectRef>
          <a:fontRef idx="minor"/>
        </p:style>
      </p:sp>
      <p:sp>
        <p:nvSpPr>
          <p:cNvPr id="191" name="Footer Placeholder 5"/>
          <p:cNvSpPr/>
          <p:nvPr/>
        </p:nvSpPr>
        <p:spPr>
          <a:xfrm>
            <a:off x="581760" y="6424560"/>
            <a:ext cx="6917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lnSpc>
                <a:spcPct val="100000"/>
              </a:lnSpc>
              <a:buNone/>
              <a:tabLst>
                <a:tab pos="408240" algn="l"/>
              </a:tabLst>
            </a:pPr>
            <a:r>
              <a:rPr lang="en-US" sz="1000" b="0" strike="noStrike" spc="-1">
                <a:solidFill>
                  <a:srgbClr val="262626"/>
                </a:solidFill>
                <a:latin typeface="Franklin Gothic Book"/>
                <a:ea typeface="Microsoft YaHei"/>
              </a:rPr>
              <a:t>System Level Solutions (India) Pvt. Ltd.</a:t>
            </a:r>
            <a:endParaRPr lang="en-IN" sz="1000" b="0" strike="noStrike" spc="-1">
              <a:latin typeface="Arial"/>
            </a:endParaRPr>
          </a:p>
        </p:txBody>
      </p:sp>
      <p:pic>
        <p:nvPicPr>
          <p:cNvPr id="197" name="Picture 22"/>
          <p:cNvPicPr/>
          <p:nvPr/>
        </p:nvPicPr>
        <p:blipFill>
          <a:blip r:embed="rId2"/>
          <a:srcRect l="-2076" r="-3865"/>
          <a:stretch/>
        </p:blipFill>
        <p:spPr>
          <a:xfrm>
            <a:off x="10487880" y="360720"/>
            <a:ext cx="1393200" cy="884520"/>
          </a:xfrm>
          <a:prstGeom prst="rect">
            <a:avLst/>
          </a:prstGeom>
          <a:ln w="0">
            <a:noFill/>
          </a:ln>
        </p:spPr>
      </p:pic>
      <p:sp>
        <p:nvSpPr>
          <p:cNvPr id="3" name="TextBox 2">
            <a:extLst>
              <a:ext uri="{FF2B5EF4-FFF2-40B4-BE49-F238E27FC236}">
                <a16:creationId xmlns:a16="http://schemas.microsoft.com/office/drawing/2014/main" id="{A31F0222-3468-48D1-C87D-1D3A3792E9F1}"/>
              </a:ext>
            </a:extLst>
          </p:cNvPr>
          <p:cNvSpPr txBox="1"/>
          <p:nvPr/>
        </p:nvSpPr>
        <p:spPr>
          <a:xfrm>
            <a:off x="4258853" y="3079315"/>
            <a:ext cx="272436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a:t>Thank you </a:t>
            </a:r>
            <a:endParaRPr lang="en-US"/>
          </a:p>
        </p:txBody>
      </p:sp>
    </p:spTree>
    <p:extLst>
      <p:ext uri="{BB962C8B-B14F-4D97-AF65-F5344CB8AC3E}">
        <p14:creationId xmlns:p14="http://schemas.microsoft.com/office/powerpoint/2010/main" val="2194348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85753"/>
      </a:dk2>
      <a:lt2>
        <a:srgbClr val="EBDDC3"/>
      </a:lt2>
      <a:accent1>
        <a:srgbClr val="71B9E4"/>
      </a:accent1>
      <a:accent2>
        <a:srgbClr val="E25D3C"/>
      </a:accent2>
      <a:accent3>
        <a:srgbClr val="BDB59D"/>
      </a:accent3>
      <a:accent4>
        <a:srgbClr val="A5AB81"/>
      </a:accent4>
      <a:accent5>
        <a:srgbClr val="7BA79D"/>
      </a:accent5>
      <a:accent6>
        <a:srgbClr val="968C8C"/>
      </a:accent6>
      <a:hlink>
        <a:srgbClr val="F7B615"/>
      </a:hlink>
      <a:folHlink>
        <a:srgbClr val="70440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85753"/>
      </a:dk2>
      <a:lt2>
        <a:srgbClr val="EBDDC3"/>
      </a:lt2>
      <a:accent1>
        <a:srgbClr val="71B9E4"/>
      </a:accent1>
      <a:accent2>
        <a:srgbClr val="E25D3C"/>
      </a:accent2>
      <a:accent3>
        <a:srgbClr val="BDB59D"/>
      </a:accent3>
      <a:accent4>
        <a:srgbClr val="A5AB81"/>
      </a:accent4>
      <a:accent5>
        <a:srgbClr val="7BA79D"/>
      </a:accent5>
      <a:accent6>
        <a:srgbClr val="968C8C"/>
      </a:accent6>
      <a:hlink>
        <a:srgbClr val="F7B615"/>
      </a:hlink>
      <a:folHlink>
        <a:srgbClr val="70440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85753"/>
      </a:dk2>
      <a:lt2>
        <a:srgbClr val="EBDDC3"/>
      </a:lt2>
      <a:accent1>
        <a:srgbClr val="71B9E4"/>
      </a:accent1>
      <a:accent2>
        <a:srgbClr val="E25D3C"/>
      </a:accent2>
      <a:accent3>
        <a:srgbClr val="BDB59D"/>
      </a:accent3>
      <a:accent4>
        <a:srgbClr val="A5AB81"/>
      </a:accent4>
      <a:accent5>
        <a:srgbClr val="7BA79D"/>
      </a:accent5>
      <a:accent6>
        <a:srgbClr val="968C8C"/>
      </a:accent6>
      <a:hlink>
        <a:srgbClr val="F7B615"/>
      </a:hlink>
      <a:folHlink>
        <a:srgbClr val="70440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20670518E59C49A2483582AF473639" ma:contentTypeVersion="18" ma:contentTypeDescription="Create a new document." ma:contentTypeScope="" ma:versionID="f991cb1cce937092c73c7c2fde663815">
  <xsd:schema xmlns:xsd="http://www.w3.org/2001/XMLSchema" xmlns:xs="http://www.w3.org/2001/XMLSchema" xmlns:p="http://schemas.microsoft.com/office/2006/metadata/properties" xmlns:ns2="72635fae-9f3a-46a3-90c7-00d8ca0fbd95" xmlns:ns3="6424110c-9b38-4ec5-af78-75563b6473be" targetNamespace="http://schemas.microsoft.com/office/2006/metadata/properties" ma:root="true" ma:fieldsID="601f6e05d218eae2c46cef871be8a2c5" ns2:_="" ns3:_="">
    <xsd:import namespace="72635fae-9f3a-46a3-90c7-00d8ca0fbd95"/>
    <xsd:import namespace="6424110c-9b38-4ec5-af78-75563b6473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635fae-9f3a-46a3-90c7-00d8ca0fbd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e3091d1-3b46-4500-9f97-f864df0ab11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24110c-9b38-4ec5-af78-75563b6473b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34a88d0e-a94e-4a41-a08e-126d1949673c}" ma:internalName="TaxCatchAll" ma:showField="CatchAllData" ma:web="6424110c-9b38-4ec5-af78-75563b6473b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424110c-9b38-4ec5-af78-75563b6473be" xsi:nil="true"/>
    <lcf76f155ced4ddcb4097134ff3c332f xmlns="72635fae-9f3a-46a3-90c7-00d8ca0fbd95">
      <Terms xmlns="http://schemas.microsoft.com/office/infopath/2007/PartnerControls"/>
    </lcf76f155ced4ddcb4097134ff3c332f>
    <SharedWithUsers xmlns="6424110c-9b38-4ec5-af78-75563b6473be">
      <UserInfo>
        <DisplayName>Vishal Panchal</DisplayName>
        <AccountId>183</AccountId>
        <AccountType/>
      </UserInfo>
      <UserInfo>
        <DisplayName>Tejas Vaghela</DisplayName>
        <AccountId>22</AccountId>
        <AccountType/>
      </UserInfo>
      <UserInfo>
        <DisplayName>Paresh Patel</DisplayName>
        <AccountId>26</AccountId>
        <AccountType/>
      </UserInfo>
      <UserInfo>
        <DisplayName>Ronak Sevak</DisplayName>
        <AccountId>243</AccountId>
        <AccountType/>
      </UserInfo>
      <UserInfo>
        <DisplayName>Dipen Parmar</DisplayName>
        <AccountId>11</AccountId>
        <AccountType/>
      </UserInfo>
      <UserInfo>
        <DisplayName>Parth Prajapati</DisplayName>
        <AccountId>80</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B6FDDB-55B6-4375-BD75-4AE98CB267CE}">
  <ds:schemaRefs>
    <ds:schemaRef ds:uri="6424110c-9b38-4ec5-af78-75563b6473be"/>
    <ds:schemaRef ds:uri="72635fae-9f3a-46a3-90c7-00d8ca0fbd9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7B89F39-EEA4-40C7-B4E2-64E3AE31BED0}">
  <ds:schemaRefs>
    <ds:schemaRef ds:uri="6424110c-9b38-4ec5-af78-75563b6473be"/>
    <ds:schemaRef ds:uri="72635fae-9f3a-46a3-90c7-00d8ca0fbd9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64CB730-76AC-4FAC-B6D8-A7C68F5179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15</Slides>
  <Notes>0</Notes>
  <HiddenSlides>0</HiddenSlides>
  <ScaleCrop>false</ScaleCrop>
  <HeadingPairs>
    <vt:vector size="4" baseType="variant">
      <vt:variant>
        <vt:lpstr>Theme</vt:lpstr>
      </vt:variant>
      <vt:variant>
        <vt:i4>3</vt:i4>
      </vt:variant>
      <vt:variant>
        <vt:lpstr>Slide Titles</vt:lpstr>
      </vt:variant>
      <vt:variant>
        <vt:i4>15</vt:i4>
      </vt:variant>
    </vt:vector>
  </HeadingPairs>
  <TitlesOfParts>
    <vt:vector size="18" baseType="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ER</dc:creator>
  <dc:description/>
  <cp:revision>1</cp:revision>
  <dcterms:created xsi:type="dcterms:W3CDTF">2022-04-20T11:27:56Z</dcterms:created>
  <dcterms:modified xsi:type="dcterms:W3CDTF">2024-03-20T06:00:58Z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0x0101000A20670518E59C49A2483582AF473639</vt:lpwstr>
  </property>
  <property fmtid="{D5CDD505-2E9C-101B-9397-08002B2CF9AE}" pid="3" name="MMClips">
    <vt:i4>5</vt:i4>
  </property>
  <property fmtid="{D5CDD505-2E9C-101B-9397-08002B2CF9AE}" pid="4" name="MediaServiceImageTags">
    <vt:lpwstr/>
  </property>
  <property fmtid="{D5CDD505-2E9C-101B-9397-08002B2CF9AE}" pid="5" name="PresentationFormat">
    <vt:lpwstr>Widescreen</vt:lpwstr>
  </property>
  <property fmtid="{D5CDD505-2E9C-101B-9397-08002B2CF9AE}" pid="6" name="Slides">
    <vt:i4>39</vt:i4>
  </property>
</Properties>
</file>